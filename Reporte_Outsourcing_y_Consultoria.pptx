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a59534eba84ee2" /><Relationship Type="http://schemas.openxmlformats.org/officeDocument/2006/relationships/extended-properties" Target="/docProps/app.xml" Id="R63ce71b1c1224f53" /><Relationship Type="http://schemas.openxmlformats.org/officeDocument/2006/relationships/officeDocument" Target="/ppt/presentation.xml" Id="R3201e0a8fc864fe0" /></Relationships>
</file>

<file path=ppt/presentation.xml><?xml version="1.0" encoding="utf-8"?>
<p:presentation xmlns:p="http://schemas.openxmlformats.org/presentationml/2006/main">
  <p:sldMasterIdLst>
    <p:sldMasterId xmlns:r="http://schemas.openxmlformats.org/officeDocument/2006/relationships" id="2147483648" r:id="Rb88755bab82c40ca"/>
  </p:sldMasterIdLst>
  <p:notesMasterIdLst>
    <p:notesMasterId xmlns:r="http://schemas.openxmlformats.org/officeDocument/2006/relationships" r:id="R12357739578e4bc2"/>
  </p:notesMasterIdLst>
  <p:sldIdLst>
    <p:sldId xmlns:r="http://schemas.openxmlformats.org/officeDocument/2006/relationships" id="256" r:id="R92a6406e0d2947ce"/>
    <p:sldId xmlns:r="http://schemas.openxmlformats.org/officeDocument/2006/relationships" id="257" r:id="Re7386d9d7b324f65"/>
    <p:sldId xmlns:r="http://schemas.openxmlformats.org/officeDocument/2006/relationships" id="258" r:id="R667d880f9ab547d6"/>
    <p:sldId xmlns:r="http://schemas.openxmlformats.org/officeDocument/2006/relationships" id="259" r:id="Rcbaa1eee132a4d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2cf0d8e397e497c" /><Relationship Type="http://schemas.openxmlformats.org/officeDocument/2006/relationships/slideMaster" Target="/ppt/slideMasters/slideMaster1.xml" Id="Rb88755bab82c40ca" /><Relationship Type="http://schemas.openxmlformats.org/officeDocument/2006/relationships/notesMaster" Target="/ppt/notesMasters/notesMaster1.xml" Id="R12357739578e4bc2" /><Relationship Type="http://schemas.openxmlformats.org/officeDocument/2006/relationships/presProps" Target="/ppt/presProps.xml" Id="Rb26f013b1f71445e" /><Relationship Type="http://schemas.openxmlformats.org/officeDocument/2006/relationships/viewProps" Target="/ppt/viewProps.xml" Id="Rec122b5a27b24101" /><Relationship Type="http://schemas.openxmlformats.org/officeDocument/2006/relationships/tableStyles" Target="/ppt/tableStyles.xml" Id="Rf210e9d56d4f4f01" /><Relationship Type="http://schemas.openxmlformats.org/officeDocument/2006/relationships/slide" Target="/ppt/slides/slide1.xml" Id="R92a6406e0d2947ce" /><Relationship Type="http://schemas.openxmlformats.org/officeDocument/2006/relationships/slide" Target="/ppt/slides/slide2.xml" Id="Re7386d9d7b324f65" /><Relationship Type="http://schemas.openxmlformats.org/officeDocument/2006/relationships/slide" Target="/ppt/slides/slide3.xml" Id="R667d880f9ab547d6" /><Relationship Type="http://schemas.openxmlformats.org/officeDocument/2006/relationships/slide" Target="/ppt/slides/slide4.xml" Id="Rcbaa1eee132a4d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9bd81532d4145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89d7bd26604ed7" /><Relationship Type="http://schemas.openxmlformats.org/officeDocument/2006/relationships/notesMaster" Target="/ppt/notesMasters/notesMaster1.xml" Id="R537abc8e5ed34a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6e2c8598f84c09" /><Relationship Type="http://schemas.openxmlformats.org/officeDocument/2006/relationships/notesMaster" Target="/ppt/notesMasters/notesMaster1.xml" Id="Rcd563c63620b46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e02c169c52499f" /><Relationship Type="http://schemas.openxmlformats.org/officeDocument/2006/relationships/notesMaster" Target="/ppt/notesMasters/notesMaster1.xml" Id="Rfa1a32e1da8c43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c85aca326748a3" /><Relationship Type="http://schemas.openxmlformats.org/officeDocument/2006/relationships/notesMaster" Target="/ppt/notesMasters/notesMaster1.xml" Id="R0b0d44c20e1941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Reporte_Personal_Tercerizado (2).xlsx, Usuarios. Conteos según Tipo de contratación, no según Cargo. Activos, excluyendo Tecnología/Sistemas y Seguridad Física. Outsorcing y Outsoucing se normalizan como Outsourcing. Incluye Outsourcing- Contrato Clínica Médica. No incluye pasantes, modalidades de nómina del proveedor, servicios profesionales ni etiquetas vacías.</a:t>
            </a:r>
            <a:endParaRPr/>
          </a:p>
          <a:p xmlns:a="http://schemas.openxmlformats.org/drawingml/2006/main">
            <a:r>
              <a:t>Conteos incluyen todos los registros de cada modalidad con o sin costo. Costos solo con importes informados. Los 6 consultores carecen de importes: $0.00 es la suma disponible, no el costo real de la consultoría.</a:t>
            </a:r>
            <a:endParaRPr/>
          </a:p>
          <a:p xmlns:a="http://schemas.openxmlformats.org/drawingml/2006/main">
            <a:r>
              <a:t>Estimación en el formato monetario de slide 2. Para esta estimación se asume la misma base monetaria del modelo para importes sin símbolo. No se interpreta como gasto mensual. La fila con Lps 25,200 se excluye porque es Servicios Profesionales.</a:t>
            </a:r>
            <a:endParaRPr/>
          </a:p>
          <a:p xmlns:a="http://schemas.openxmlformats.org/drawingml/2006/main">
            <a:r>
              <a:t>Proyectos una sola vez según proveedor y descripción. Intur: 16,132.80, no se suma el importe parcial 1,344.40 ni sus plazas. Correspondencia: 1,101,600 una vez. Telemarketing TC: 43,000 una vez para registros con igual proveedor y descripción. No se presume asociación solo por compartir proveedor. 9729 se conserva según costo informado de fila 1444.</a:t>
            </a:r>
            <a:endParaRPr/>
          </a:p>
          <a:p xmlns:a="http://schemas.openxmlformats.org/drawingml/2006/main">
            <a:r>
              <a:t>Trazabilidad: {"groups":{"Logística y archivo":74,"Administración y otras áreas":26,"Operaciones, cobros y calidad":63,"Atención y gestión telefónica":146,"Servicios generales":184,"Salud y seguridad ocupacional":53,"Ventas y mercadeo":116},"counts":{"Outsourcing":656,"Consultoría":6},"costs":{"Outsourcing":1475216.87,"Consultoría":0},"costRows":[{"row":395,"currency":"Sin moneda","value":1570.06,"kind":"Outsourcing"},{"row":782,"currency":"Sin moneda","value":1570.05,"kind":"Outsourcing"},{"row":784,"currency":"Sin moneda","value":1570.05,"kind":"Outsourcing"},{"row":785,"currency":"Sin moneda","value":1570.05,"kind":"Outsourcing"},{"row":786,"currency":"Sin moneda","value":1570.05,"kind":"Outsourcing"},{"row":789,"currency":"Sin moneda","value":1570.05,"kind":"Outsourcing"},{"row":793,"currency":"Sin moneda","value":1570.05,"kind":"Outsourcing"},{"row":795,"currency":"Sin moneda","value":1570.05,"kind":"Outsourcing"},{"row":852,"currency":"Sin moneda","value":1570.05,"kind":"Outsourcing"},{"row":853,"currency":"Sin moneda","value":1570.05,"kind":"Outsourcing"},{"row":854,"currency":"Sin moneda","value":1570.05,"kind":"Outsourcing"},{"row":855,"currency":"Sin moneda","value":1570.05,"kind":"Outsourcing"},{"row":856,"currency":"Sin moneda","value":1570.05,"kind":"Outsourcing"},{"row":857,"currency":"Sin moneda","value":1570.05,"kind":"Outsourcing"},{"row":885,"currency":"Sin moneda","value":1795,"kind":"Outsourcing"},{"row":888,"currency":"Sin moneda","value":1795,"kind":"Outsourcing"},{"row":890,"currency":"Sin moneda","value":1795,"kind":"Outsourcing"},{"row":891,"currency":"Sin moneda","value":1795,"kind":"Outsourcing"},{"row":892,"currency":"Sin moneda","value":1795,"kind":"Outsourcing"},{"row":894,"currency":"Sin moneda","value":1795,"kind":"Outsourcing"},{"row":895,"currency":"Sin moneda","value":1795,"kind":"Outsourcing"},{"row":897,"currency":"Sin moneda","value":1795,"kind":"Outsourcing"},{"row":899,"currency":"Sin moneda","value":1795,"kind":"Outsourcing"},{"row":900,"currency":"Sin moneda","value":1795,"kind":"Outsourcing"},{"row":907,"currency":"Sin moneda","value":1570.05,"kind":"Outsourcing"},{"row":910,"currency":"Sin moneda","value":1570.05,"kind":"Outsourcing"},{"row":912,"currency":"Sin moneda","value":1570.05,"kind":"Outsourcing"},{"row":915,"currency":"Sin moneda","value":1795,"kind":"Outsourcing"},{"row":916,"currency":"Sin moneda","value":1795,"kind":"Outsourcing"},{"row":928,"currency":"Sin moneda","value":1200,"kind":"Outsourcing"},{"row":929,"currency":"Sin moneda","value":1200,"kind":"Outsourcing"},{"row":931,"currency":"Sin moneda","value":1200,"kind":"Outsourcing"},{"row":932,"currency":"Sin moneda","value":1200,"kind":"Outsourcing"},{"row":940,"currency":"Sin moneda","value":1800,"kind":"Outsourcing"},{"row":942,"currency":"Sin moneda","value":1800,"kind":"Outsourcing"},{"row":943,"currency":"Sin moneda","value":1800,"kind":"Outsourcing"},{"row":944,"currency":"Sin moneda","value":1800,"kind":"Outsourcing"},{"row":945,"currency":"Sin moneda","value":1800,"kind":"Outsourcing"},{"row":949,"currency":"Sin moneda","value":1800,"kind":"Outsourcing"},{"row":959,"currency":"Sin moneda","value":1500,"kind":"Outsourcing"},{"row":960,"currency":"Sin moneda","value":1500,"kind":"Outsourcing"},{"row":961,"currency":"Sin moneda","value":1500,"kind":"Outsourcing"},{"row":962,"currency":"Sin moneda","value":1500,"kind":"Outsourcing"},{"row":963,"currency":"Sin moneda","value":1500,"kind":"Outsourcing"},{"row":964,"currency":"Sin moneda","value":1500,"kind":"Outsourcing"},{"row":966,"currency":"Sin moneda","value":1500,"kind":"Outsourcing"},{"row":967,"currency":"Sin moneda","value":1500,"kind":"Outsourcing"},{"row":968,"currency":"Sin moneda","value":1500,"kind":"Outsourcing"},{"row":969,"currency":"Sin moneda","value":1500,"kind":"Outsourcing"},{"row":972,"currency":"Sin moneda","value":1795,"kind":"Outsourcing"},{"row":1038,"currency":"Sin moneda","value":1570.05,"kind":"Outsourcing"},{"row":1046,"currency":"Sin moneda","value":1570.06,"kind":"Outsourcing"},{"row":1048,"currency":"Sin moneda","value":1570.05,"kind":"Outsourcing"},{"row":1118,"currency":"Sin moneda","value":1800,"kind":"Outsourcing"},{"row":1134,"currency":"Sin moneda","value":1200,"kind":"Outsourcing"},{"row":1138,"currency":"Sin moneda","value":1500,"kind":"Outsourcing"},{"row":1140,"currency":"Sin moneda","value":1500,"kind":"Outsourcing"},{"row":1146,"currency":"Sin moneda","value":1500,"kind":"Outsourcing"},{"row":1147,"currency":"Sin moneda","value":1500,"kind":"Outsourcing"},{"row":1157,"currency":"Sin moneda","value":1795,"kind":"Outsourcing"},{"row":1158,"currency":"Sin moneda","value":1500,"kind":"Outsourcing"},{"row":1191,"currency":"Sin moneda","value":1570.05,"kind":"Outsourcing"},{"row":1229,"currency":"Sin moneda","value":1795,"kind":"Outsourcing"},{"row":1254,"currency":"$","value":1200,"kind":"Outsourcing"},{"row":1264,"currency":"Sin moneda","value":1570.05,"kind":"Outsourcing"},{"row":1268,"currency":"Sin moneda","value":1570.05,"kind":"Outsourcing"},{"row":1271,"currency":"Sin moneda","value":1500,"kind":"Outsourcing"},{"row":1275,"currency":"Sin moneda","value":1570.05,"kind":"Outsourcing"},{"row":1281,"currency":"Sin moneda","value":1795,"kind":"Outsourcing"},{"row":1295,"currency":"Sin moneda","value":1570.06,"kind":"Outsourcing"},{"row":1296,"currency":"Sin moneda","value":1795,"kind":"Outsourcing"},{"row":1297,"currency":"Sin moneda","value":1570.06,"kind":"Outsourcing"},{"row":1302,"currency":"Sin moneda","value":1800,"kind":"Outsourcing"},{"row":1323,"currency":"Sin moneda","value":1500,"kind":"Outsourcing"},{"row":1329,"currency":"Sin moneda","value":1570.06,"kind":"Outsourcing"},{"row":1347,"currency":"Sin moneda","value":1570.06,"kind":"Outsourcing"},{"row":1353,"currency":"Sin moneda","value":1570.06,"kind":"Outsourcing"},{"row":1357,"currency":"Sin moneda","value":1500,"kind":"Outsourcing"},{"row":1367,"currency":"Sin moneda","value":1500,"kind":"Outsourcing"},{"row":1373,"currency":"Sin moneda","value":1570.06,"kind":"Outsourcing"},{"row":1374,"currency":"Sin moneda","value":1570.06,"kind":"Outsourcing"},{"row":1378,"currency":"Sin moneda","value":1500,"kind":"Outsourcing"},{"row":1389,"currency":"Sin moneda","value":1570.06,"kind":"Outsourcing"},{"row":1398,"currency":"Sin moneda","value":1500,"kind":"Outsourcing"},{"row":1399,"currency":"Sin moneda","value":1570.06,"kind":"Outsourcing"},{"row":1428,"currency":"Sin moneda","value":1570.06,"kind":"Outsourcing"},{"row":1432,"currency":"Sin moneda","value":1795,"kind":"Outsourcing"},{"row":1444,"currency":"Sin moneda","value":9729,"kind":"Outsourcing"},{"row":1455,"currency":"Sin moneda","value":1795,"kind":"Outsourcing"},{"row":1460,"currency":"$","value":931.5,"kind":"Outsourcing"},{"row":1467,"currency":"Sin moneda","value":1500,"kind":"Outsourcing"},{"row":1477,"currency":"Sin moneda","value":1500,"kind":"Outsourcing"},{"row":1498,"currency":"Sin moneda","value":1200,"kind":"Outsourcing"},{"row":1503,"currency":"Sin moneda","value":1570.06,"kind":"Outsourcing"},{"row":1509,"currency":"Sin moneda","value":1570.06,"kind":"Outsourcing"},{"row":1513,"currency":"Sin moneda","value":1500,"kind":"Outsourcing"},{"row":1536,"currency":"Sin moneda","value":1795,"kind":"Outsourcing"},{"row":1540,"currency":"Sin moneda","value":1795,"kind":"Outsourcing"},{"row":1541,"currency":"Sin moneda","value":1795,"kind":"Outsourcing"},{"row":1552,"currency":"Sin moneda","value":1800,"kind":"Outsourcing"},{"row":1565,"currency":"Sin moneda","value":1500,"kind":"Outsourcing"},{"row":1572,"currency":"Sin moneda","value":1570.06,"kind":"Outsourcing"},{"row":1574,"currency":"Sin moneda","value":1500,"kind":"Outsourcing"},{"row":1585,"currency":"Sin moneda","value":1500,"kind":"Outsourcing"},{"row":1601,"currency":"Sin moneda","value":1795,"kind":"Outsourcing"},{"row":1607,"currency":"Sin moneda","value":1800,"kind":"Outsourcing"},{"row":1619,"currency":"Sin moneda","value":1570.06,"kind":"Outsourcing"},{"row":1631,"currency":"Sin moneda","value":1795,"kind":"Outsourcing"},{"row":1649,"currency":"Sin moneda","value":1570.06,"kind":"Outsourcing"},{"row":1657,"currency":"Sin moneda","value":1570.06,"kind":"Outsourcing"},{"row":1664,"currency":"Sin moneda","value":1795,"kind":"Outsourcing"},{"row":1666,"currency":"Sin moneda","value":1500,"kind":"Outsourcing"},{"row":1669,"currency":"Sin moneda","value":931.5,"kind":"Outsourcing"},{"row":1696,"currency":"Sin moneda","value":1500,"kind":"Outsourcing"},{"row":1703,"currency":"Sin moneda","value":1570.06,"kind":"Outsourcing"},{"row":1733,"currency":"Sin moneda","value":1570.06,"kind":"Outsourcing"},{"row":1742,"currency":"Sin moneda","value":1795,"kind":"Outsourcing"},{"row":1763,"currency":"Sin moneda","value":1570.06,"kind":"Outsourcing"},{"row":1778,"currency":"Sin moneda","value":1795,"kind":"Outsourcing"},{"row":1826,"currency":"Sin moneda","value":1795,"kind":"Outsourcing"},{"row":1832,"currency":"Sin moneda","value":1570.06,"kind":"Outsourcing"},{"row":1851,"currency":"Sin moneda","value":1795,"kind":"Outsourcing"},{"row":1858,"currency":"Sin moneda","value":885.45,"kind":"Outsourcing"},{"row":1871,"currency":"Sin moneda","value":1570.06,"kind":"Outsourcing"},{"row":1876,"currency":"Sin moneda","value":1795,"kind":"Outsourcing"},{"row":1890,"currency":"Sin moneda","value":1500,"kind":"Outsourcing"},{"row":1947,"currency":"Sin moneda","value":1500,"kind":"Outsourcing"},{"row":1972,"currency":"Sin moneda","value":1570.36,"kind":"Outsourcing"},{"row":1979,"currency":"Sin moneda","value":1500,"kind":"Outsourcing"},{"row":1987,"currency":"Sin moneda","value":1795,"kind":"Outsourcing"},{"row":1995,"currency":"Sin moneda","value":1570.05,"kind":"Outsourcing"},{"row":1996,"currency":"Sin moneda","value":1570.06,"kind":"Outsourcing"},{"row":2001,"currency":"Sin moneda","value":1570.06,"kind":"Outsourcing"},{"row":2009,"currency":"Sin moneda","value":1570.05,"kind":"Outsourcing"},{"row":2013,"currency":"Sin moneda","value":1500,"kind":"Outsourcing"},{"row":2024,"currency":"Sin moneda","value":1570.06,"kind":"Outsourcing"},{"row":2034,"currency":"Sin moneda","value":1500,"kind":"Outsourcing"},{"row":2036,"currency":"Sin moneda","value":1500,"kind":"Outsourcing"},{"row":2041,"currency":"Sin moneda","value":1500,"kind":"Outsourcing"},{"row":2053,"currency":"Sin moneda","value":931.5,"kind":"Outsourcing"},{"row":2068,"currency":"Sin moneda","value":1570.06,"kind":"Outsourcing"},{"row":2091,"currency":"Sin moneda","value":5250,"kind":"Outsourcing"},{"row":2122,"currency":"Sin moneda","value":1570.06,"kind":"Outsourcing"},{"row":2153,"currency":"Sin moneda","value":1570.06,"kind":"Outsourcing"},{"row":2159,"currency":"Sin moneda","value":1500,"kind":"Outsourcing"},{"row":2160,"currency":"Sin moneda","value":1570.06,"kind":"Outsourcing"},{"row":2168,"currency":"Sin moneda","value":1795,"kind":"Outsourcing"},{"row":2170,"currency":"Sin moneda","value":1500,"kind":"Outsourcing"},{"row":2181,"currency":"Sin moneda","value":1800,"kind":"Outsourcing"},{"row":2196,"currency":"Sin moneda","value":1500,"kind":"Outsourcing"},{"row":2201,"currency":"Sin moneda","value":1500,"kind":"Outsourcing"},{"row":2213,"currency":"Sin moneda","value":1570.06,"kind":"Outsourcing"},{"row":2214,"currency":"Sin moneda","value":1500,"kind":"Outsourcing"},{"row":2216,"currency":"Sin moneda","value":1500,"kind":"Outsourcing"},{"row":2221,"currency":"Sin moneda","value":1800,"kind":"Outsourcing"},{"row":2222,"currency":"Sin moneda","value":1570.06,"kind":"Outsourcing"},{"row":2226,"currency":"Sin moneda","value":931.5,"kind":"Outsourcing"},{"row":2230,"currency":"Sin moneda","value":1500,"kind":"Outsourcing"},{"row":2269,"currency":"Sin moneda","value":1570.06,"kind":"Outsourcing"},{"row":2271,"currency":"Sin moneda","value":1500,"kind":"Outsourcing"},{"row":2281,"currency":"Sin moneda","value":1570.06,"kind":"Outsourcing"},{"row":2283,"currency":"Sin moneda","value":1795,"kind":"Outsourcing"},{"row":2286,"currency":"Sin moneda","value":1500,"kind":"Outsourcing"},{"row":2314,"currency":"Sin moneda","value":1570.05,"kind":"Outsourcing"},{"row":2329,"currency":"Sin moneda","value":1500,"kind":"Outsourcing"},{"row":2340,"currency":"Sin moneda","value":1200,"kind":"Outsourcing"},{"row":2352,"currency":"Sin moneda","value":1795,"kind":"Outsourcing"},{"row":2356,"currency":"Sin moneda","value":1570.06,"kind":"Outsourcing"},{"row":2357,"currency":"Sin moneda","value":1795,"kind":"Outsourcing"},{"row":2360,"currency":"Sin moneda","value":1570.06,"kind":"Outsourcing"},{"row":2365,"currency":"Sin moneda","value":1500,"kind":"Outsourcing"},{"row":2371,"currency":"Sin moneda","value":1570.06,"kind":"Outsourcing"},{"row":2375,"currency":"Sin moneda","value":1570.06,"kind":"Outsourcing"},{"row":2379,"currency":"Sin moneda","value":1500,"kind":"Outsourcing"},{"row":2382,"currency":"Sin moneda","value":1500,"kind":"Outsourcing"},{"row":2420,"currency":"Sin moneda","value":1500,"kind":"Outsourcing"},{"row":2436,"currency":"Sin moneda","value":1800,"kind":"Outsourcing"},{"row":2452,"currency":"Sin moneda","value":1570.06,"kind":"Outsourcing"},{"row":2457,"currency":"Sin moneda","value":1500,"kind":"Outsourcing"},{"row":2478,"currency":"Sin moneda","value":1500,"kind":"Outsourcing"},{"row":2487,"currency":"Sin moneda","value":1800,"kind":"Outsourcing"},{"row":2488,"currency":"Sin moneda","value":1795,"kind":"Outsourcing"},{"row":2489,"currency":"Sin moneda","value":1570.06,"kind":"Outsourcing"},{"row":2492,"currency":"Sin moneda","value":1200,"kind":"Outsourcing"},{"row":2498,"currency":"Sin moneda","value":1344.44,"kind":"Outsourcing"},{"row":2500,"currency":"Sin moneda","value":1800,"kind":"Outsourcing"},{"row":2557,"currency":"Sin moneda","value":1570.06,"kind":"Outsourcing"},{"row":2565,"currency":"Sin moneda","value":1570.05,"kind":"Outsourcing"},{"row":2570,"currency":"Sin moneda","value":1570.06,"kind":"Outsourcing"},{"row":2582,"currency":"Sin moneda","value":1800,"kind":"Outsourcing"},{"row":2615,"currency":"Sin moneda","value":1200,"kind":"Outsourcing"},{"row":2622,"currency":"Sin moneda","value":1795,"kind":"Outsourcing"},{"currency":"$","value":16132.8,"row":1057,"kind":"Outsourcing"},{"currency":"Sin moneda","value":1101600,"row":1487,"kind":"Outsourcing"},{"currency":"Sin moneda","value":43000,"row":2175,"kind":"Outsourcing"}]}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0cc8c61cbb47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99c35317fb4a9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7cb9ced8b2841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8fff80a9f94e4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9904bb8b3b4a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a32c6d6e9bb4aa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77baeb04c234b4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5dbd8746e334a3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71462900fa6447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ed22601b36c4c4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06c6323e4244537" /></Relationships>
</file>

<file path=ppt/slideLayouts/slideLayout1.xml><?xml version="1.0" encoding="utf-8"?>
<p:sldLayout xmlns:p="http://schemas.openxmlformats.org/presentationml/2006/main" type="title" preserve="1">
  <p:cSld name="Diapositiva de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13351FA0-56AF-B9B2-47A0-7E22C0919A43}"/>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Haga clic para modificar el estilo de título del patrón</a:t>
            </a:r>
            <a:endParaRPr/>
          </a:p>
        </p:txBody>
      </p:sp>
      <p:sp>
        <p:nvSpPr>
          <p:cNvPr id="3" name="Subtítulo 2">
            <a:extLst xmlns:a="http://schemas.openxmlformats.org/drawingml/2006/main">
              <a:ext uri="{FF2B5EF4-FFF2-40B4-BE49-F238E27FC236}">
                <a16:creationId xmlns:a16="http://schemas.microsoft.com/office/drawing/2014/main" id="{25DDA9C8-3CBB-D402-E236-59501194D6AF}"/>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Haga clic para modificar el estilo de subtítulo del patrón</a:t>
            </a:r>
            <a:endParaRPr/>
          </a:p>
        </p:txBody>
      </p:sp>
      <p:sp>
        <p:nvSpPr>
          <p:cNvPr id="4" name="Marcador de fecha 3">
            <a:extLst xmlns:a="http://schemas.openxmlformats.org/drawingml/2006/main">
              <a:ext uri="{FF2B5EF4-FFF2-40B4-BE49-F238E27FC236}">
                <a16:creationId xmlns:a16="http://schemas.microsoft.com/office/drawing/2014/main" id="{0597E93A-A86F-72CF-145F-633CF76124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6B03E97-780F-4126-B008-6688C3E2F678}" type="datetimeFigureOut">
              <a:t>17/9/2026</a:t>
            </a:fld>
            <a:endParaRPr/>
          </a:p>
        </p:txBody>
      </p:sp>
      <p:sp>
        <p:nvSpPr>
          <p:cNvPr id="5" name="Marcador de pie de página 4">
            <a:extLst xmlns:a="http://schemas.openxmlformats.org/drawingml/2006/main">
              <a:ext uri="{FF2B5EF4-FFF2-40B4-BE49-F238E27FC236}">
                <a16:creationId xmlns:a16="http://schemas.microsoft.com/office/drawing/2014/main" id="{6F14715E-D376-1F0E-DDEC-1CB37F7A83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F0862E48-B820-F520-1BF6-7C413203F3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36ECAE0-B678-40C4-AE37-2F840C63DE2A}" type="slidenum">
              <a:t>‹Nº›</a:t>
            </a:fld>
            <a:endParaRPr/>
          </a:p>
        </p:txBody>
      </p:sp>
    </p:spTree>
  </p:cSld>
</p:sldLayout>
</file>

<file path=ppt/slideLayouts/slideLayout2.xml><?xml version="1.0" encoding="utf-8"?>
<p:sldLayout xmlns:p="http://schemas.openxmlformats.org/presentationml/2006/main" type="obj" preserve="1">
  <p:cSld name="Título y objetos">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0407304D-A7A9-1586-8790-5AA00151421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Marcador de contenido 2">
            <a:extLst xmlns:a="http://schemas.openxmlformats.org/drawingml/2006/main">
              <a:ext uri="{FF2B5EF4-FFF2-40B4-BE49-F238E27FC236}">
                <a16:creationId xmlns:a16="http://schemas.microsoft.com/office/drawing/2014/main" id="{668C3661-D77E-CA6C-77E8-E4EEBE38702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fecha 3">
            <a:extLst xmlns:a="http://schemas.openxmlformats.org/drawingml/2006/main">
              <a:ext uri="{FF2B5EF4-FFF2-40B4-BE49-F238E27FC236}">
                <a16:creationId xmlns:a16="http://schemas.microsoft.com/office/drawing/2014/main" id="{AF424C07-0F51-5760-FDCA-99462E8600C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6B03E97-780F-4126-B008-6688C3E2F678}" type="datetimeFigureOut">
              <a:t>17/9/2026</a:t>
            </a:fld>
            <a:endParaRPr/>
          </a:p>
        </p:txBody>
      </p:sp>
      <p:sp>
        <p:nvSpPr>
          <p:cNvPr id="5" name="Marcador de pie de página 4">
            <a:extLst xmlns:a="http://schemas.openxmlformats.org/drawingml/2006/main">
              <a:ext uri="{FF2B5EF4-FFF2-40B4-BE49-F238E27FC236}">
                <a16:creationId xmlns:a16="http://schemas.microsoft.com/office/drawing/2014/main" id="{C8CA924B-B1BA-E4BC-BBC2-54154EEB425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407C0B9A-F27E-DC92-FA30-D1010DF94B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36ECAE0-B678-40C4-AE37-2F840C63DE2A}" type="slidenum">
              <a:t>‹Nº›</a:t>
            </a:fld>
            <a:endParaRPr/>
          </a:p>
        </p:txBody>
      </p:sp>
    </p:spTree>
  </p:cSld>
</p:sldLayout>
</file>

<file path=ppt/slideLayouts/slideLayout3.xml><?xml version="1.0" encoding="utf-8"?>
<p:sldLayout xmlns:p="http://schemas.openxmlformats.org/presentationml/2006/main" type="secHead" preserve="1">
  <p:cSld name="Encabezado de sección">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C39A2EB0-3244-1BA7-DC64-CF59BD2654CD}"/>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Haga clic para modificar el estilo de título del patrón</a:t>
            </a:r>
            <a:endParaRPr/>
          </a:p>
        </p:txBody>
      </p:sp>
      <p:sp>
        <p:nvSpPr>
          <p:cNvPr id="3" name="Marcador de texto 2">
            <a:extLst xmlns:a="http://schemas.openxmlformats.org/drawingml/2006/main">
              <a:ext uri="{FF2B5EF4-FFF2-40B4-BE49-F238E27FC236}">
                <a16:creationId xmlns:a16="http://schemas.microsoft.com/office/drawing/2014/main" id="{20807F77-D862-A0DE-CB60-45C17118750B}"/>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Haga clic para modificar los estilos de texto del patrón</a:t>
            </a:r>
          </a:p>
        </p:txBody>
      </p:sp>
      <p:sp>
        <p:nvSpPr>
          <p:cNvPr id="4" name="Marcador de fecha 3">
            <a:extLst xmlns:a="http://schemas.openxmlformats.org/drawingml/2006/main">
              <a:ext uri="{FF2B5EF4-FFF2-40B4-BE49-F238E27FC236}">
                <a16:creationId xmlns:a16="http://schemas.microsoft.com/office/drawing/2014/main" id="{117ED898-6043-E57D-3904-D09AA36980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6B03E97-780F-4126-B008-6688C3E2F678}" type="datetimeFigureOut">
              <a:t>17/9/2026</a:t>
            </a:fld>
            <a:endParaRPr/>
          </a:p>
        </p:txBody>
      </p:sp>
      <p:sp>
        <p:nvSpPr>
          <p:cNvPr id="5" name="Marcador de pie de página 4">
            <a:extLst xmlns:a="http://schemas.openxmlformats.org/drawingml/2006/main">
              <a:ext uri="{FF2B5EF4-FFF2-40B4-BE49-F238E27FC236}">
                <a16:creationId xmlns:a16="http://schemas.microsoft.com/office/drawing/2014/main" id="{20BA9619-9D22-685C-B650-A093FDE185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F04FAC6C-C700-34CE-5718-8E20E3312E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36ECAE0-B678-40C4-AE37-2F840C63DE2A}" type="slidenum">
              <a:t>‹Nº›</a:t>
            </a:fld>
            <a:endParaRPr/>
          </a:p>
        </p:txBody>
      </p:sp>
    </p:spTree>
  </p:cSld>
</p:sldLayout>
</file>

<file path=ppt/slideLayouts/slideLayout4.xml><?xml version="1.0" encoding="utf-8"?>
<p:sldLayout xmlns:p="http://schemas.openxmlformats.org/presentationml/2006/main" type="twoObj" preserve="1">
  <p:cSld name="Dos objetos">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22EACC09-860C-62C4-CA46-41262232EC7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Marcador de contenido 2">
            <a:extLst xmlns:a="http://schemas.openxmlformats.org/drawingml/2006/main">
              <a:ext uri="{FF2B5EF4-FFF2-40B4-BE49-F238E27FC236}">
                <a16:creationId xmlns:a16="http://schemas.microsoft.com/office/drawing/2014/main" id="{A9586A73-5462-3F47-F4F3-4FD383085B69}"/>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contenido 3">
            <a:extLst xmlns:a="http://schemas.openxmlformats.org/drawingml/2006/main">
              <a:ext uri="{FF2B5EF4-FFF2-40B4-BE49-F238E27FC236}">
                <a16:creationId xmlns:a16="http://schemas.microsoft.com/office/drawing/2014/main" id="{3CE04DFA-EB4F-B8C8-CEF4-3290123CF7CF}"/>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5" name="Marcador de fecha 4">
            <a:extLst xmlns:a="http://schemas.openxmlformats.org/drawingml/2006/main">
              <a:ext uri="{FF2B5EF4-FFF2-40B4-BE49-F238E27FC236}">
                <a16:creationId xmlns:a16="http://schemas.microsoft.com/office/drawing/2014/main" id="{991F2C3B-8A87-9DB6-ECA4-C30BF7579A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6B03E97-780F-4126-B008-6688C3E2F678}" type="datetimeFigureOut">
              <a:t>17/9/2026</a:t>
            </a:fld>
            <a:endParaRPr/>
          </a:p>
        </p:txBody>
      </p:sp>
      <p:sp>
        <p:nvSpPr>
          <p:cNvPr id="6" name="Marcador de pie de página 5">
            <a:extLst xmlns:a="http://schemas.openxmlformats.org/drawingml/2006/main">
              <a:ext uri="{FF2B5EF4-FFF2-40B4-BE49-F238E27FC236}">
                <a16:creationId xmlns:a16="http://schemas.microsoft.com/office/drawing/2014/main" id="{1C68165C-C09A-65AA-D44A-5AE6765ABB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8C859EC0-3FF2-0F09-9AD3-FA19754D1B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36ECAE0-B678-40C4-AE37-2F840C63DE2A}" type="slidenum">
              <a:t>‹Nº›</a:t>
            </a:fld>
            <a:endParaRPr/>
          </a:p>
        </p:txBody>
      </p:sp>
    </p:spTree>
  </p:cSld>
</p:sldLayout>
</file>

<file path=ppt/slideLayouts/slideLayout5.xml><?xml version="1.0" encoding="utf-8"?>
<p:sldLayout xmlns:p="http://schemas.openxmlformats.org/presentationml/2006/main" type="twoTxTwoObj" preserve="1">
  <p:cSld name="Comparación">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BA3227A-7083-0DC8-8A23-0C7EF9DB9BAA}"/>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Marcador de texto 2">
            <a:extLst xmlns:a="http://schemas.openxmlformats.org/drawingml/2006/main">
              <a:ext uri="{FF2B5EF4-FFF2-40B4-BE49-F238E27FC236}">
                <a16:creationId xmlns:a16="http://schemas.microsoft.com/office/drawing/2014/main" id="{BD26CDD9-3DC2-2373-0DC9-27E72129F6B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Haga clic para modificar los estilos de texto del patrón</a:t>
            </a:r>
          </a:p>
        </p:txBody>
      </p:sp>
      <p:sp>
        <p:nvSpPr>
          <p:cNvPr id="4" name="Marcador de contenido 3">
            <a:extLst xmlns:a="http://schemas.openxmlformats.org/drawingml/2006/main">
              <a:ext uri="{FF2B5EF4-FFF2-40B4-BE49-F238E27FC236}">
                <a16:creationId xmlns:a16="http://schemas.microsoft.com/office/drawing/2014/main" id="{224F06B9-B72D-F907-7BCD-F04CD5952A89}"/>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5" name="Marcador de texto 4">
            <a:extLst xmlns:a="http://schemas.openxmlformats.org/drawingml/2006/main">
              <a:ext uri="{FF2B5EF4-FFF2-40B4-BE49-F238E27FC236}">
                <a16:creationId xmlns:a16="http://schemas.microsoft.com/office/drawing/2014/main" id="{137722F7-2A4A-7AF5-33A3-137CA21032F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Haga clic para modificar los estilos de texto del patrón</a:t>
            </a:r>
          </a:p>
        </p:txBody>
      </p:sp>
      <p:sp>
        <p:nvSpPr>
          <p:cNvPr id="6" name="Marcador de contenido 5">
            <a:extLst xmlns:a="http://schemas.openxmlformats.org/drawingml/2006/main">
              <a:ext uri="{FF2B5EF4-FFF2-40B4-BE49-F238E27FC236}">
                <a16:creationId xmlns:a16="http://schemas.microsoft.com/office/drawing/2014/main" id="{BB057D0D-6218-35B1-9C1E-9673BE2EF7BB}"/>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7" name="Marcador de fecha 6">
            <a:extLst xmlns:a="http://schemas.openxmlformats.org/drawingml/2006/main">
              <a:ext uri="{FF2B5EF4-FFF2-40B4-BE49-F238E27FC236}">
                <a16:creationId xmlns:a16="http://schemas.microsoft.com/office/drawing/2014/main" id="{76471F5C-3A91-F5C5-B7CB-52FD6EF5693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6B03E97-780F-4126-B008-6688C3E2F678}" type="datetimeFigureOut">
              <a:t>17/9/2026</a:t>
            </a:fld>
            <a:endParaRPr/>
          </a:p>
        </p:txBody>
      </p:sp>
      <p:sp>
        <p:nvSpPr>
          <p:cNvPr id="8" name="Marcador de pie de página 7">
            <a:extLst xmlns:a="http://schemas.openxmlformats.org/drawingml/2006/main">
              <a:ext uri="{FF2B5EF4-FFF2-40B4-BE49-F238E27FC236}">
                <a16:creationId xmlns:a16="http://schemas.microsoft.com/office/drawing/2014/main" id="{396347B5-165F-5E3B-C1C8-A0F4912A791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Marcador de número de diapositiva 8">
            <a:extLst xmlns:a="http://schemas.openxmlformats.org/drawingml/2006/main">
              <a:ext uri="{FF2B5EF4-FFF2-40B4-BE49-F238E27FC236}">
                <a16:creationId xmlns:a16="http://schemas.microsoft.com/office/drawing/2014/main" id="{923D7EA6-F6B9-0558-D311-AAB3220F7E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36ECAE0-B678-40C4-AE37-2F840C63DE2A}" type="slidenum">
              <a:t>‹Nº›</a:t>
            </a:fld>
            <a:endParaRPr/>
          </a:p>
        </p:txBody>
      </p:sp>
    </p:spTree>
  </p:cSld>
</p:sldLayout>
</file>

<file path=ppt/slideLayouts/slideLayout6.xml><?xml version="1.0" encoding="utf-8"?>
<p:sldLayout xmlns:p="http://schemas.openxmlformats.org/presentationml/2006/main" type="titleOnly" preserve="1">
  <p:cSld name="Solo el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2AD07024-4CE7-89EF-341B-0793FE2A58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Marcador de fecha 2">
            <a:extLst xmlns:a="http://schemas.openxmlformats.org/drawingml/2006/main">
              <a:ext uri="{FF2B5EF4-FFF2-40B4-BE49-F238E27FC236}">
                <a16:creationId xmlns:a16="http://schemas.microsoft.com/office/drawing/2014/main" id="{89B1103C-4AD6-6DD5-24B9-AB65114B20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6B03E97-780F-4126-B008-6688C3E2F678}" type="datetimeFigureOut">
              <a:t>17/9/2026</a:t>
            </a:fld>
            <a:endParaRPr/>
          </a:p>
        </p:txBody>
      </p:sp>
      <p:sp>
        <p:nvSpPr>
          <p:cNvPr id="4" name="Marcador de pie de página 3">
            <a:extLst xmlns:a="http://schemas.openxmlformats.org/drawingml/2006/main">
              <a:ext uri="{FF2B5EF4-FFF2-40B4-BE49-F238E27FC236}">
                <a16:creationId xmlns:a16="http://schemas.microsoft.com/office/drawing/2014/main" id="{6DB96FFE-4910-6BB0-63A5-4AA161B2258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Marcador de número de diapositiva 4">
            <a:extLst xmlns:a="http://schemas.openxmlformats.org/drawingml/2006/main">
              <a:ext uri="{FF2B5EF4-FFF2-40B4-BE49-F238E27FC236}">
                <a16:creationId xmlns:a16="http://schemas.microsoft.com/office/drawing/2014/main" id="{F80E604B-726D-5712-BEC3-D25D326AA7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36ECAE0-B678-40C4-AE37-2F840C63DE2A}" type="slidenum">
              <a:t>‹Nº›</a:t>
            </a:fld>
            <a:endParaRPr/>
          </a:p>
        </p:txBody>
      </p:sp>
    </p:spTree>
  </p:cSld>
</p:sldLayout>
</file>

<file path=ppt/slideLayouts/slideLayout7.xml><?xml version="1.0" encoding="utf-8"?>
<p:sldLayout xmlns:p="http://schemas.openxmlformats.org/presentationml/2006/main" type="blank" preserve="1">
  <p:cSld name="En blanco">
    <p:spTree>
      <p:nvGrpSpPr>
        <p:cNvPr id="1" name=""/>
        <p:cNvGrpSpPr/>
        <p:nvPr/>
      </p:nvGrpSpPr>
      <p:grpSpPr>
        <a:xfrm xmlns:a="http://schemas.openxmlformats.org/drawingml/2006/main"/>
      </p:grpSpPr>
      <p:sp>
        <p:nvSpPr>
          <p:cNvPr id="2" name="Marcador de fecha 1">
            <a:extLst xmlns:a="http://schemas.openxmlformats.org/drawingml/2006/main">
              <a:ext uri="{FF2B5EF4-FFF2-40B4-BE49-F238E27FC236}">
                <a16:creationId xmlns:a16="http://schemas.microsoft.com/office/drawing/2014/main" id="{078A3F6F-6122-276F-CED7-9AA0E606D6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6B03E97-780F-4126-B008-6688C3E2F678}" type="datetimeFigureOut">
              <a:t>17/9/2026</a:t>
            </a:fld>
            <a:endParaRPr/>
          </a:p>
        </p:txBody>
      </p:sp>
      <p:sp>
        <p:nvSpPr>
          <p:cNvPr id="3" name="Marcador de pie de página 2">
            <a:extLst xmlns:a="http://schemas.openxmlformats.org/drawingml/2006/main">
              <a:ext uri="{FF2B5EF4-FFF2-40B4-BE49-F238E27FC236}">
                <a16:creationId xmlns:a16="http://schemas.microsoft.com/office/drawing/2014/main" id="{FEB6B293-68A3-5FDD-58AE-B22A5CD3DF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Marcador de número de diapositiva 3">
            <a:extLst xmlns:a="http://schemas.openxmlformats.org/drawingml/2006/main">
              <a:ext uri="{FF2B5EF4-FFF2-40B4-BE49-F238E27FC236}">
                <a16:creationId xmlns:a16="http://schemas.microsoft.com/office/drawing/2014/main" id="{3DEF2906-2FA1-BE20-9A7F-F21AA8CB08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36ECAE0-B678-40C4-AE37-2F840C63DE2A}" type="slidenum">
              <a:t>‹Nº›</a:t>
            </a:fld>
            <a:endParaRPr/>
          </a:p>
        </p:txBody>
      </p:sp>
    </p:spTree>
  </p:cSld>
</p:sldLayout>
</file>

<file path=ppt/slideLayouts/slideLayout8.xml><?xml version="1.0" encoding="utf-8"?>
<p:sldLayout xmlns:p="http://schemas.openxmlformats.org/presentationml/2006/main" type="objTx" preserve="1">
  <p:cSld name="Contenido con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3CB17A9-EF15-550D-7A63-035AF7BDB461}"/>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Haga clic para modificar el estilo de título del patrón</a:t>
            </a:r>
            <a:endParaRPr/>
          </a:p>
        </p:txBody>
      </p:sp>
      <p:sp>
        <p:nvSpPr>
          <p:cNvPr id="3" name="Marcador de contenido 2">
            <a:extLst xmlns:a="http://schemas.openxmlformats.org/drawingml/2006/main">
              <a:ext uri="{FF2B5EF4-FFF2-40B4-BE49-F238E27FC236}">
                <a16:creationId xmlns:a16="http://schemas.microsoft.com/office/drawing/2014/main" id="{CF2A546B-B8CB-2AF0-53F5-FCD347ECC9F0}"/>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texto 3">
            <a:extLst xmlns:a="http://schemas.openxmlformats.org/drawingml/2006/main">
              <a:ext uri="{FF2B5EF4-FFF2-40B4-BE49-F238E27FC236}">
                <a16:creationId xmlns:a16="http://schemas.microsoft.com/office/drawing/2014/main" id="{E23D3C06-7441-AD8C-423D-49F9C4FD670B}"/>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Haga clic para modificar los estilos de texto del patrón</a:t>
            </a:r>
          </a:p>
        </p:txBody>
      </p:sp>
      <p:sp>
        <p:nvSpPr>
          <p:cNvPr id="5" name="Marcador de fecha 4">
            <a:extLst xmlns:a="http://schemas.openxmlformats.org/drawingml/2006/main">
              <a:ext uri="{FF2B5EF4-FFF2-40B4-BE49-F238E27FC236}">
                <a16:creationId xmlns:a16="http://schemas.microsoft.com/office/drawing/2014/main" id="{EC0816C8-A54B-386C-193B-FBBC601408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6B03E97-780F-4126-B008-6688C3E2F678}" type="datetimeFigureOut">
              <a:t>17/9/2026</a:t>
            </a:fld>
            <a:endParaRPr/>
          </a:p>
        </p:txBody>
      </p:sp>
      <p:sp>
        <p:nvSpPr>
          <p:cNvPr id="6" name="Marcador de pie de página 5">
            <a:extLst xmlns:a="http://schemas.openxmlformats.org/drawingml/2006/main">
              <a:ext uri="{FF2B5EF4-FFF2-40B4-BE49-F238E27FC236}">
                <a16:creationId xmlns:a16="http://schemas.microsoft.com/office/drawing/2014/main" id="{96A3F81B-7CFC-D5C3-6877-2F5A128DF21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CDB4D1BF-1AFB-F97E-B550-ED8CB7C8E52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36ECAE0-B678-40C4-AE37-2F840C63DE2A}" type="slidenum">
              <a:t>‹Nº›</a:t>
            </a:fld>
            <a:endParaRPr/>
          </a:p>
        </p:txBody>
      </p:sp>
    </p:spTree>
  </p:cSld>
</p:sldLayout>
</file>

<file path=ppt/slideLayouts/slideLayout9.xml><?xml version="1.0" encoding="utf-8"?>
<p:sldLayout xmlns:p="http://schemas.openxmlformats.org/presentationml/2006/main" type="picTx" preserve="1">
  <p:cSld name="Imagen con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45E3A18D-F2CC-7A5B-9E06-37BFC1C2B6A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Haga clic para modificar el estilo de título del patrón</a:t>
            </a:r>
            <a:endParaRPr/>
          </a:p>
        </p:txBody>
      </p:sp>
      <p:sp>
        <p:nvSpPr>
          <p:cNvPr id="3" name="Marcador de posición de imagen 2">
            <a:extLst xmlns:a="http://schemas.openxmlformats.org/drawingml/2006/main">
              <a:ext uri="{FF2B5EF4-FFF2-40B4-BE49-F238E27FC236}">
                <a16:creationId xmlns:a16="http://schemas.microsoft.com/office/drawing/2014/main" id="{1FF0A1C2-1841-7920-085B-B9D6E50C65D9}"/>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Marcador de texto 3">
            <a:extLst xmlns:a="http://schemas.openxmlformats.org/drawingml/2006/main">
              <a:ext uri="{FF2B5EF4-FFF2-40B4-BE49-F238E27FC236}">
                <a16:creationId xmlns:a16="http://schemas.microsoft.com/office/drawing/2014/main" id="{E60EC677-37C5-4911-DC69-3CBB7A93658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Haga clic para modificar los estilos de texto del patrón</a:t>
            </a:r>
          </a:p>
        </p:txBody>
      </p:sp>
      <p:sp>
        <p:nvSpPr>
          <p:cNvPr id="5" name="Marcador de fecha 4">
            <a:extLst xmlns:a="http://schemas.openxmlformats.org/drawingml/2006/main">
              <a:ext uri="{FF2B5EF4-FFF2-40B4-BE49-F238E27FC236}">
                <a16:creationId xmlns:a16="http://schemas.microsoft.com/office/drawing/2014/main" id="{05EF953B-E09C-DE45-85F9-724946E1C5C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6B03E97-780F-4126-B008-6688C3E2F678}" type="datetimeFigureOut">
              <a:t>17/9/2026</a:t>
            </a:fld>
            <a:endParaRPr/>
          </a:p>
        </p:txBody>
      </p:sp>
      <p:sp>
        <p:nvSpPr>
          <p:cNvPr id="6" name="Marcador de pie de página 5">
            <a:extLst xmlns:a="http://schemas.openxmlformats.org/drawingml/2006/main">
              <a:ext uri="{FF2B5EF4-FFF2-40B4-BE49-F238E27FC236}">
                <a16:creationId xmlns:a16="http://schemas.microsoft.com/office/drawing/2014/main" id="{E6EA522D-152E-5026-FF81-0232EFAACAC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A90F9052-A868-0AF6-F2CD-2DC497229B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36ECAE0-B678-40C4-AE37-2F840C63DE2A}" type="slidenum">
              <a:t>‹Nº›</a:t>
            </a:fld>
            <a:endParaRPr/>
          </a:p>
        </p:txBody>
      </p:sp>
    </p:spTree>
  </p:cSld>
</p:sldLayout>
</file>

<file path=ppt/slideLayouts/slideLayout10.xml><?xml version="1.0" encoding="utf-8"?>
<p:sldLayout xmlns:p="http://schemas.openxmlformats.org/presentationml/2006/main" type="vertTx" preserve="1">
  <p:cSld name="Título y texto vertical">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6FF43C95-5A75-18F1-C933-A609DBDCDEB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endParaRPr/>
          </a:p>
        </p:txBody>
      </p:sp>
      <p:sp>
        <p:nvSpPr>
          <p:cNvPr id="3" name="Marcador de texto vertical 2">
            <a:extLst xmlns:a="http://schemas.openxmlformats.org/drawingml/2006/main">
              <a:ext uri="{FF2B5EF4-FFF2-40B4-BE49-F238E27FC236}">
                <a16:creationId xmlns:a16="http://schemas.microsoft.com/office/drawing/2014/main" id="{CCE481EA-B076-48E0-3FE0-530013B0996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fecha 3">
            <a:extLst xmlns:a="http://schemas.openxmlformats.org/drawingml/2006/main">
              <a:ext uri="{FF2B5EF4-FFF2-40B4-BE49-F238E27FC236}">
                <a16:creationId xmlns:a16="http://schemas.microsoft.com/office/drawing/2014/main" id="{5B06C77A-9297-9389-0D87-5B959C27D87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6B03E97-780F-4126-B008-6688C3E2F678}" type="datetimeFigureOut">
              <a:t>17/9/2026</a:t>
            </a:fld>
            <a:endParaRPr/>
          </a:p>
        </p:txBody>
      </p:sp>
      <p:sp>
        <p:nvSpPr>
          <p:cNvPr id="5" name="Marcador de pie de página 4">
            <a:extLst xmlns:a="http://schemas.openxmlformats.org/drawingml/2006/main">
              <a:ext uri="{FF2B5EF4-FFF2-40B4-BE49-F238E27FC236}">
                <a16:creationId xmlns:a16="http://schemas.microsoft.com/office/drawing/2014/main" id="{45E7B39C-12AD-838F-FDC9-6E140DE508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A62ED669-AA6E-CEB9-56FC-498C34FD54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36ECAE0-B678-40C4-AE37-2F840C63DE2A}" type="slidenum">
              <a:t>‹Nº›</a:t>
            </a:fld>
            <a:endParaRPr/>
          </a:p>
        </p:txBody>
      </p:sp>
    </p:spTree>
  </p:cSld>
</p:sldLayout>
</file>

<file path=ppt/slideLayouts/slideLayout11.xml><?xml version="1.0" encoding="utf-8"?>
<p:sldLayout xmlns:p="http://schemas.openxmlformats.org/presentationml/2006/main" type="vertTitleAndTx" preserve="1">
  <p:cSld name="Título vertical y texto">
    <p:spTree>
      <p:nvGrpSpPr>
        <p:cNvPr id="1" name=""/>
        <p:cNvGrpSpPr/>
        <p:nvPr/>
      </p:nvGrpSpPr>
      <p:grpSpPr>
        <a:xfrm xmlns:a="http://schemas.openxmlformats.org/drawingml/2006/main"/>
      </p:grpSpPr>
      <p:sp>
        <p:nvSpPr>
          <p:cNvPr id="2" name="Título vertical 1">
            <a:extLst xmlns:a="http://schemas.openxmlformats.org/drawingml/2006/main">
              <a:ext uri="{FF2B5EF4-FFF2-40B4-BE49-F238E27FC236}">
                <a16:creationId xmlns:a16="http://schemas.microsoft.com/office/drawing/2014/main" id="{DEA742CC-B8FD-A50E-E597-A85195752612}"/>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Haga clic para modificar el estilo de título del patrón</a:t>
            </a:r>
            <a:endParaRPr/>
          </a:p>
        </p:txBody>
      </p:sp>
      <p:sp>
        <p:nvSpPr>
          <p:cNvPr id="3" name="Marcador de texto vertical 2">
            <a:extLst xmlns:a="http://schemas.openxmlformats.org/drawingml/2006/main">
              <a:ext uri="{FF2B5EF4-FFF2-40B4-BE49-F238E27FC236}">
                <a16:creationId xmlns:a16="http://schemas.microsoft.com/office/drawing/2014/main" id="{A353387D-1A1C-115A-F0EB-90B78E7D7ED5}"/>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fecha 3">
            <a:extLst xmlns:a="http://schemas.openxmlformats.org/drawingml/2006/main">
              <a:ext uri="{FF2B5EF4-FFF2-40B4-BE49-F238E27FC236}">
                <a16:creationId xmlns:a16="http://schemas.microsoft.com/office/drawing/2014/main" id="{D44005E6-D01E-03D9-0EE8-BB915F4389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6B03E97-780F-4126-B008-6688C3E2F678}" type="datetimeFigureOut">
              <a:t>17/9/2026</a:t>
            </a:fld>
            <a:endParaRPr/>
          </a:p>
        </p:txBody>
      </p:sp>
      <p:sp>
        <p:nvSpPr>
          <p:cNvPr id="5" name="Marcador de pie de página 4">
            <a:extLst xmlns:a="http://schemas.openxmlformats.org/drawingml/2006/main">
              <a:ext uri="{FF2B5EF4-FFF2-40B4-BE49-F238E27FC236}">
                <a16:creationId xmlns:a16="http://schemas.microsoft.com/office/drawing/2014/main" id="{06473509-131B-7D24-ECA1-9208E1AC72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43336A1B-6A13-372C-DDB9-FB5336D2515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36ECAE0-B678-40C4-AE37-2F840C63DE2A}" type="slidenum">
              <a:t>‹Nº›</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5c26f3b903405a" /><Relationship Type="http://schemas.openxmlformats.org/officeDocument/2006/relationships/slideLayout" Target="/ppt/slideLayouts/slideLayout1.xml" Id="R46d9644455db4206" /><Relationship Type="http://schemas.openxmlformats.org/officeDocument/2006/relationships/slideLayout" Target="/ppt/slideLayouts/slideLayout2.xml" Id="R0462b91e7972495c" /><Relationship Type="http://schemas.openxmlformats.org/officeDocument/2006/relationships/slideLayout" Target="/ppt/slideLayouts/slideLayout3.xml" Id="Rdf33eb39a4b44c82" /><Relationship Type="http://schemas.openxmlformats.org/officeDocument/2006/relationships/slideLayout" Target="/ppt/slideLayouts/slideLayout4.xml" Id="R092a92bb859d401d" /><Relationship Type="http://schemas.openxmlformats.org/officeDocument/2006/relationships/slideLayout" Target="/ppt/slideLayouts/slideLayout5.xml" Id="R15b4da71d43a4c31" /><Relationship Type="http://schemas.openxmlformats.org/officeDocument/2006/relationships/slideLayout" Target="/ppt/slideLayouts/slideLayout6.xml" Id="R5278ab79eae8462a" /><Relationship Type="http://schemas.openxmlformats.org/officeDocument/2006/relationships/slideLayout" Target="/ppt/slideLayouts/slideLayout7.xml" Id="R29eb7ddd15a94c7a" /><Relationship Type="http://schemas.openxmlformats.org/officeDocument/2006/relationships/slideLayout" Target="/ppt/slideLayouts/slideLayout8.xml" Id="Rb3781a7eb6164848" /><Relationship Type="http://schemas.openxmlformats.org/officeDocument/2006/relationships/slideLayout" Target="/ppt/slideLayouts/slideLayout9.xml" Id="Ra51b25e1414546a3" /><Relationship Type="http://schemas.openxmlformats.org/officeDocument/2006/relationships/slideLayout" Target="/ppt/slideLayouts/slideLayout10.xml" Id="Rcb60f1740a4e431f" /><Relationship Type="http://schemas.openxmlformats.org/officeDocument/2006/relationships/slideLayout" Target="/ppt/slideLayouts/slideLayout11.xml" Id="R249457c215e84a8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Marcador de título 1">
            <a:extLst xmlns:a="http://schemas.openxmlformats.org/drawingml/2006/main">
              <a:ext uri="{FF2B5EF4-FFF2-40B4-BE49-F238E27FC236}">
                <a16:creationId xmlns:a16="http://schemas.microsoft.com/office/drawing/2014/main" id="{C61C81DA-51C7-DF94-A410-A6E1CBBCD596}"/>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Haga clic para modificar el estilo de título del patrón</a:t>
            </a:r>
            <a:endParaRPr/>
          </a:p>
        </p:txBody>
      </p:sp>
      <p:sp>
        <p:nvSpPr>
          <p:cNvPr id="3" name="Marcador de texto 2">
            <a:extLst xmlns:a="http://schemas.openxmlformats.org/drawingml/2006/main">
              <a:ext uri="{FF2B5EF4-FFF2-40B4-BE49-F238E27FC236}">
                <a16:creationId xmlns:a16="http://schemas.microsoft.com/office/drawing/2014/main" id="{FA570436-1036-3DC9-37D5-B26D2976D9FC}"/>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endParaRPr/>
          </a:p>
        </p:txBody>
      </p:sp>
      <p:sp>
        <p:nvSpPr>
          <p:cNvPr id="4" name="Marcador de fecha 3">
            <a:extLst xmlns:a="http://schemas.openxmlformats.org/drawingml/2006/main">
              <a:ext uri="{FF2B5EF4-FFF2-40B4-BE49-F238E27FC236}">
                <a16:creationId xmlns:a16="http://schemas.microsoft.com/office/drawing/2014/main" id="{824F193B-C0FE-6427-7AFE-0D5EDDCBE4DB}"/>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96B03E97-780F-4126-B008-6688C3E2F678}" type="datetimeFigureOut">
              <a:t>17/9/2026</a:t>
            </a:fld>
            <a:endParaRPr/>
          </a:p>
        </p:txBody>
      </p:sp>
      <p:sp>
        <p:nvSpPr>
          <p:cNvPr id="5" name="Marcador de pie de página 4">
            <a:extLst xmlns:a="http://schemas.openxmlformats.org/drawingml/2006/main">
              <a:ext uri="{FF2B5EF4-FFF2-40B4-BE49-F238E27FC236}">
                <a16:creationId xmlns:a16="http://schemas.microsoft.com/office/drawing/2014/main" id="{988FA662-277B-6A34-D4A2-D810D7C1F2B4}"/>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E1BACF47-BF59-FDC4-D509-D414C4DD8F8F}"/>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B36ECAE0-B678-40C4-AE37-2F840C63DE2A}" type="slidenum">
              <a:t>‹Nº›</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d9644455db4206"/>
    <p:sldLayoutId xmlns:r="http://schemas.openxmlformats.org/officeDocument/2006/relationships" id="2147483650" r:id="R0462b91e7972495c"/>
    <p:sldLayoutId xmlns:r="http://schemas.openxmlformats.org/officeDocument/2006/relationships" id="2147483651" r:id="Rdf33eb39a4b44c82"/>
    <p:sldLayoutId xmlns:r="http://schemas.openxmlformats.org/officeDocument/2006/relationships" id="2147483652" r:id="R092a92bb859d401d"/>
    <p:sldLayoutId xmlns:r="http://schemas.openxmlformats.org/officeDocument/2006/relationships" id="2147483653" r:id="R15b4da71d43a4c31"/>
    <p:sldLayoutId xmlns:r="http://schemas.openxmlformats.org/officeDocument/2006/relationships" id="2147483654" r:id="R5278ab79eae8462a"/>
    <p:sldLayoutId xmlns:r="http://schemas.openxmlformats.org/officeDocument/2006/relationships" id="2147483655" r:id="R29eb7ddd15a94c7a"/>
    <p:sldLayoutId xmlns:r="http://schemas.openxmlformats.org/officeDocument/2006/relationships" id="2147483656" r:id="Rb3781a7eb6164848"/>
    <p:sldLayoutId xmlns:r="http://schemas.openxmlformats.org/officeDocument/2006/relationships" id="2147483657" r:id="Ra51b25e1414546a3"/>
    <p:sldLayoutId xmlns:r="http://schemas.openxmlformats.org/officeDocument/2006/relationships" id="2147483658" r:id="Rcb60f1740a4e431f"/>
    <p:sldLayoutId xmlns:r="http://schemas.openxmlformats.org/officeDocument/2006/relationships" id="2147483659" r:id="R249457c215e84a8f"/>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92ed30a196bf4d04" /><Relationship Type="http://schemas.openxmlformats.org/officeDocument/2006/relationships/image" Target="/ppt/media/image.png" Id="R87dc20b605734c28" /><Relationship Type="http://schemas.openxmlformats.org/officeDocument/2006/relationships/notesSlide" Target="/ppt/notesSlides/notesSlide1.xml" Id="Rdd38192843a74b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793fb60a9ce40f5" /><Relationship Type="http://schemas.openxmlformats.org/officeDocument/2006/relationships/image" Target="/ppt/media/image.png" Id="Rfc25f702244048a8" /><Relationship Type="http://schemas.openxmlformats.org/officeDocument/2006/relationships/notesSlide" Target="/ppt/notesSlides/notesSlide2.xml" Id="R64d726ed628b43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5274c749dff45cc" /><Relationship Type="http://schemas.openxmlformats.org/officeDocument/2006/relationships/image" Target="/ppt/media/image.png" Id="R318b52f283514089" /><Relationship Type="http://schemas.openxmlformats.org/officeDocument/2006/relationships/notesSlide" Target="/ppt/notesSlides/notesSlide3.xml" Id="R88bf229045cf4e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802988f98d374fbf" /><Relationship Type="http://schemas.openxmlformats.org/officeDocument/2006/relationships/image" Target="/ppt/media/image2.png" Id="R55b8d411028143ef" /><Relationship Type="http://schemas.openxmlformats.org/officeDocument/2006/relationships/notesSlide" Target="/ppt/notesSlides/notesSlide4.xml" Id="R6cbbd6b9b9894633" /></Relationships>
</file>

<file path=ppt/slides/slide1.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2DBA52D-9782-2809-1EF5-887AC0CF90FA}"/>
              </a:ext>
            </a:extLst>
          </p:cNvPr>
          <p:cNvSpPr>
            <a:spLocks xmlns:a="http://schemas.openxmlformats.org/drawingml/2006/main" noGrp="1"/>
          </p:cNvSpPr>
          <p:nvPr>
            <p:ph type="title" idx="0"/>
          </p:nvPr>
        </p:nvSpPr>
        <p:spPr>
          <a:xfrm xmlns:a="http://schemas.openxmlformats.org/drawingml/2006/main">
            <a:off x="1215787" y="2802189"/>
            <a:ext cx="9690337" cy="1018056"/>
          </a:xfrm>
        </p:spPr>
        <p:txBody>
          <a:bodyPr xmlns:a="http://schemas.openxmlformats.org/drawingml/2006/main">
            <a:noAutofit/>
          </a:bodyPr>
          <a:lstStyle xmlns:a="http://schemas.openxmlformats.org/drawingml/2006/main"/>
          <a:p xmlns:a="http://schemas.openxmlformats.org/drawingml/2006/main">
            <a:r>
              <a:rPr sz="3800" b="1">
                <a:solidFill>
                  <a:srgbClr val="0058CB"/>
                </a:solidFill>
                <a:latin typeface="Open Sans Medium"/>
                <a:ea typeface="Open Sans Medium"/>
                <a:cs typeface="Open Sans Medium"/>
              </a:rPr>
              <a:t>Personal Outsourcing VRTO- NEMS (TH) </a:t>
            </a:r>
            <a:endParaRPr sz="3800" b="1">
              <a:solidFill>
                <a:srgbClr val="0058CB"/>
              </a:solidFill>
              <a:latin typeface="Open Sans Medium"/>
              <a:ea typeface="Open Sans Medium"/>
              <a:cs typeface="Open Sans Medium"/>
            </a:endParaRPr>
          </a:p>
        </p:txBody>
      </p:sp>
      <p:pic>
        <p:nvPicPr>
          <p:cNvPr id="6" name="Picture 15"/>
          <p:cNvPicPr>
            <a:picLocks xmlns:a="http://schemas.openxmlformats.org/drawingml/2006/main" noChangeAspect="1"/>
          </p:cNvPicPr>
          <p:nvPr/>
        </p:nvPicPr>
        <p:blipFill>
          <a:blip xmlns:r="http://schemas.openxmlformats.org/officeDocument/2006/relationships" xmlns:a="http://schemas.openxmlformats.org/drawingml/2006/main" r:embed="R87dc20b605734c28"/>
          <a:srcRect xmlns:a="http://schemas.openxmlformats.org/drawingml/2006/main" l="0" t="0" r="0" b="0"/>
          <a:stretch xmlns:a="http://schemas.openxmlformats.org/drawingml/2006/main"/>
        </p:blipFill>
        <p:spPr>
          <a:xfrm xmlns:a="http://schemas.openxmlformats.org/drawingml/2006/main">
            <a:off x="1015067" y="934348"/>
            <a:ext cx="4583876" cy="1042533"/>
          </a:xfrm>
          <a:prstGeom xmlns:a="http://schemas.openxmlformats.org/drawingml/2006/main" prst="rect">
            <a:avLst/>
          </a:prstGeom>
        </p:spPr>
      </p:pic>
      <p:sp>
        <p:nvSpPr>
          <p:cNvPr id="3" name="Title 1">
            <a:extLst xmlns:a="http://schemas.openxmlformats.org/drawingml/2006/main">
              <a:ext uri="{FF2B5EF4-FFF2-40B4-BE49-F238E27FC236}">
                <a16:creationId xmlns:a16="http://schemas.microsoft.com/office/drawing/2014/main" id="{72A06FA5-63A8-B343-24F7-C2CAEB8A762F}"/>
              </a:ext>
            </a:extLst>
          </p:cNvPr>
          <p:cNvSpPr>
            <a:spLocks xmlns:a="http://schemas.openxmlformats.org/drawingml/2006/main" noGrp="1"/>
          </p:cNvSpPr>
          <p:nvPr/>
        </p:nvSpPr>
        <p:spPr>
          <a:xfrm xmlns:a="http://schemas.openxmlformats.org/drawingml/2006/main">
            <a:off x="1215788" y="3529992"/>
            <a:ext cx="8461611" cy="1018056"/>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sz="3500">
                <a:solidFill>
                  <a:srgbClr val="003B70"/>
                </a:solidFill>
                <a:latin typeface="Open Sans Medium"/>
                <a:ea typeface="Open Sans Medium"/>
                <a:cs typeface="Open Sans Medium"/>
              </a:rPr>
              <a:t>Septiembre 2026</a:t>
            </a:r>
            <a:endParaRPr sz="3500">
              <a:solidFill>
                <a:srgbClr val="003B70"/>
              </a:solidFill>
              <a:latin typeface="Open Sans Medium"/>
              <a:ea typeface="Open Sans Medium"/>
              <a:cs typeface="Open Sans Medium"/>
            </a:endParaRPr>
          </a:p>
        </p:txBody>
      </p:sp>
    </p:spTree>
    <p:extLst>
      <p:ext uri="{BB962C8B-B14F-4D97-AF65-F5344CB8AC3E}">
        <p14:creationId xmlns:p14="http://schemas.microsoft.com/office/powerpoint/2010/main" val="3442457596"/>
      </p:ext>
    </p:extLst>
  </p:cSld>
</p:sld>
</file>

<file path=ppt/slides/slide2.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450F127-4456-0374-07E3-A33736980E2B}"/>
              </a:ext>
            </a:extLst>
          </p:cNvPr>
          <p:cNvSpPr>
            <a:spLocks xmlns:a="http://schemas.openxmlformats.org/drawingml/2006/main" noGrp="1"/>
          </p:cNvSpPr>
          <p:nvPr/>
        </p:nvSpPr>
        <p:spPr>
          <a:xfrm xmlns:a="http://schemas.openxmlformats.org/drawingml/2006/main">
            <a:off x="414338" y="414338"/>
            <a:ext cx="11344275" cy="1000125"/>
          </a:xfrm>
          <a:prstGeom xmlns:a="http://schemas.openxmlformats.org/drawingml/2006/main" prst="rect">
            <a:avLst/>
          </a:prstGeom>
          <a:solidFill xmlns:a="http://schemas.openxmlformats.org/drawingml/2006/main">
            <a:srgbClr val="0058CB"/>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itle 1">
            <a:extLst xmlns:a="http://schemas.openxmlformats.org/drawingml/2006/main">
              <a:ext uri="{FF2B5EF4-FFF2-40B4-BE49-F238E27FC236}">
                <a16:creationId xmlns:a16="http://schemas.microsoft.com/office/drawing/2014/main" id="{D48587A2-1E53-8C26-4CCC-4A946C94BC55}"/>
              </a:ext>
            </a:extLst>
          </p:cNvPr>
          <p:cNvSpPr>
            <a:spLocks xmlns:a="http://schemas.openxmlformats.org/drawingml/2006/main" noGrp="1"/>
          </p:cNvSpPr>
          <p:nvPr>
            <p:ph type="title" idx="0"/>
          </p:nvPr>
        </p:nvSpPr>
        <p:spPr>
          <a:xfrm xmlns:a="http://schemas.openxmlformats.org/drawingml/2006/main">
            <a:off x="423459" y="405372"/>
            <a:ext cx="8853891" cy="1018056"/>
          </a:xfrm>
        </p:spPr>
        <p:txBody>
          <a:bodyPr xmlns:a="http://schemas.openxmlformats.org/drawingml/2006/main">
            <a:noAutofit/>
          </a:bodyPr>
          <a:lstStyle xmlns:a="http://schemas.openxmlformats.org/drawingml/2006/main"/>
          <a:p xmlns:a="http://schemas.openxmlformats.org/drawingml/2006/main">
            <a:r>
              <a:rPr sz="2800" b="1">
                <a:solidFill>
                  <a:schemeClr val="bg1"/>
                </a:solidFill>
                <a:latin typeface="Open Sans Medium"/>
                <a:ea typeface="Open Sans Medium"/>
                <a:cs typeface="Open Sans Medium"/>
              </a:rPr>
              <a:t>Personal Outsourcing VRTO – NEMS (TH)</a:t>
            </a:r>
            <a:endParaRPr sz="2800" b="1">
              <a:solidFill>
                <a:schemeClr val="bg1"/>
              </a:solidFill>
              <a:latin typeface="Open Sans Medium"/>
              <a:ea typeface="Open Sans Medium"/>
              <a:cs typeface="Open Sans Medium"/>
            </a:endParaRPr>
          </a:p>
        </p:txBody>
      </p:sp>
      <p:pic>
        <p:nvPicPr>
          <p:cNvPr id="86" name="Picture 3"/>
          <p:cNvPicPr>
            <a:picLocks xmlns:a="http://schemas.openxmlformats.org/drawingml/2006/main" noChangeAspect="1"/>
          </p:cNvPicPr>
          <p:nvPr/>
        </p:nvPicPr>
        <p:blipFill>
          <a:blip xmlns:r="http://schemas.openxmlformats.org/officeDocument/2006/relationships" xmlns:a="http://schemas.openxmlformats.org/drawingml/2006/main" r:embed="Rfc25f702244048a8"/>
          <a:srcRect xmlns:a="http://schemas.openxmlformats.org/drawingml/2006/main" l="0" t="0" r="0" b="0"/>
          <a:stretch xmlns:a="http://schemas.openxmlformats.org/drawingml/2006/main"/>
        </p:blipFill>
        <p:spPr>
          <a:xfrm xmlns:a="http://schemas.openxmlformats.org/drawingml/2006/main">
            <a:off x="10146215" y="6181724"/>
            <a:ext cx="1612397" cy="366715"/>
          </a:xfrm>
          <a:prstGeom xmlns:a="http://schemas.openxmlformats.org/drawingml/2006/main" prst="rect">
            <a:avLst/>
          </a:prstGeom>
        </p:spPr>
      </p:pic>
      <p:sp>
        <p:nvSpPr>
          <p:cNvPr id="10" name="Title 1">
            <a:extLst xmlns:a="http://schemas.openxmlformats.org/drawingml/2006/main">
              <a:ext uri="{FF2B5EF4-FFF2-40B4-BE49-F238E27FC236}">
                <a16:creationId xmlns:a16="http://schemas.microsoft.com/office/drawing/2014/main" id="{159B228D-5D73-F86D-BF4A-42F7EC2DA365}"/>
              </a:ext>
            </a:extLst>
          </p:cNvPr>
          <p:cNvSpPr>
            <a:spLocks xmlns:a="http://schemas.openxmlformats.org/drawingml/2006/main" noGrp="1"/>
          </p:cNvSpPr>
          <p:nvPr/>
        </p:nvSpPr>
        <p:spPr>
          <a:xfrm xmlns:a="http://schemas.openxmlformats.org/drawingml/2006/main">
            <a:off x="4538070" y="1478276"/>
            <a:ext cx="783145"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nSpc>
                <a:spcPct val="100000"/>
              </a:lnSpc>
              <a:buNone/>
            </a:pPr>
            <a:r>
              <a:rPr sz="2400">
                <a:solidFill>
                  <a:srgbClr val="003B70"/>
                </a:solidFill>
                <a:latin typeface="Open Sans Medium"/>
                <a:ea typeface="Open Sans Medium"/>
                <a:cs typeface="Open Sans Medium"/>
              </a:rPr>
              <a:t>633</a:t>
            </a:r>
          </a:p>
        </p:txBody>
      </p:sp>
      <p:sp>
        <p:nvSpPr>
          <p:cNvPr id="12" name="Title 1">
            <a:extLst xmlns:a="http://schemas.openxmlformats.org/drawingml/2006/main">
              <a:ext uri="{FF2B5EF4-FFF2-40B4-BE49-F238E27FC236}">
                <a16:creationId xmlns:a16="http://schemas.microsoft.com/office/drawing/2014/main" id="{317DCF59-3B65-47FB-C98D-22AF1A6A5527}"/>
              </a:ext>
            </a:extLst>
          </p:cNvPr>
          <p:cNvSpPr>
            <a:spLocks xmlns:a="http://schemas.openxmlformats.org/drawingml/2006/main" noGrp="1"/>
          </p:cNvSpPr>
          <p:nvPr/>
        </p:nvSpPr>
        <p:spPr>
          <a:xfrm xmlns:a="http://schemas.openxmlformats.org/drawingml/2006/main">
            <a:off x="392431" y="1425709"/>
            <a:ext cx="4231364"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just">
              <a:buNone/>
            </a:pPr>
            <a:r>
              <a:rPr sz="2000" b="1">
                <a:solidFill>
                  <a:srgbClr val="0058CB"/>
                </a:solidFill>
                <a:latin typeface="Open Sans Medium"/>
                <a:ea typeface="Open Sans Medium"/>
                <a:cs typeface="Open Sans Medium"/>
              </a:rPr>
              <a:t>Total Personal Tercerizado VRTO:</a:t>
            </a:r>
            <a:endParaRPr sz="2000" b="1">
              <a:solidFill>
                <a:srgbClr val="0058CB"/>
              </a:solidFill>
              <a:latin typeface="Open Sans Medium"/>
              <a:ea typeface="Open Sans Medium"/>
              <a:cs typeface="Open Sans Medium"/>
            </a:endParaRPr>
          </a:p>
        </p:txBody>
      </p:sp>
      <p:sp>
        <p:nvSpPr>
          <p:cNvPr id="15" name="Title 1">
            <a:extLst xmlns:a="http://schemas.openxmlformats.org/drawingml/2006/main">
              <a:ext uri="{FF2B5EF4-FFF2-40B4-BE49-F238E27FC236}">
                <a16:creationId xmlns:a16="http://schemas.microsoft.com/office/drawing/2014/main" id="{02CEC459-5DDF-5742-A237-7AC6349805B3}"/>
              </a:ext>
            </a:extLst>
          </p:cNvPr>
          <p:cNvSpPr>
            <a:spLocks xmlns:a="http://schemas.openxmlformats.org/drawingml/2006/main" noGrp="1"/>
          </p:cNvSpPr>
          <p:nvPr/>
        </p:nvSpPr>
        <p:spPr>
          <a:xfrm xmlns:a="http://schemas.openxmlformats.org/drawingml/2006/main">
            <a:off x="9781985" y="1479886"/>
            <a:ext cx="2152840"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nSpc>
                <a:spcPct val="100000"/>
              </a:lnSpc>
              <a:buNone/>
            </a:pPr>
            <a:endParaRPr sz="2400">
              <a:solidFill>
                <a:srgbClr val="003B70"/>
              </a:solidFill>
              <a:latin typeface="Open Sans Medium"/>
              <a:ea typeface="Open Sans Medium"/>
              <a:cs typeface="Open Sans Medium"/>
            </a:endParaRPr>
          </a:p>
          <a:p xmlns:a="http://schemas.openxmlformats.org/drawingml/2006/main">
            <a:pPr>
              <a:lnSpc>
                <a:spcPct val="100000"/>
              </a:lnSpc>
              <a:buNone/>
            </a:pPr>
            <a:r>
              <a:rPr sz="2400">
                <a:solidFill>
                  <a:srgbClr val="003B70"/>
                </a:solidFill>
                <a:latin typeface="Open Sans Medium"/>
                <a:ea typeface="Open Sans Medium"/>
                <a:cs typeface="Open Sans Medium"/>
              </a:rPr>
              <a:t>$2,188,654.22</a:t>
            </a:r>
          </a:p>
          <a:p xmlns:a="http://schemas.openxmlformats.org/drawingml/2006/main">
            <a:pPr>
              <a:lnSpc>
                <a:spcPct val="100000"/>
              </a:lnSpc>
              <a:buNone/>
            </a:pPr>
            <a:endParaRPr sz="2400">
              <a:solidFill>
                <a:srgbClr val="003B70"/>
              </a:solidFill>
              <a:latin typeface="Open Sans Medium"/>
              <a:ea typeface="Open Sans Medium"/>
              <a:cs typeface="Open Sans Medium"/>
            </a:endParaRPr>
          </a:p>
        </p:txBody>
      </p:sp>
      <p:sp>
        <p:nvSpPr>
          <p:cNvPr id="17" name="Title 1">
            <a:extLst xmlns:a="http://schemas.openxmlformats.org/drawingml/2006/main">
              <a:ext uri="{FF2B5EF4-FFF2-40B4-BE49-F238E27FC236}">
                <a16:creationId xmlns:a16="http://schemas.microsoft.com/office/drawing/2014/main" id="{D439163B-2533-EE60-8674-A8324DFE65F1}"/>
              </a:ext>
            </a:extLst>
          </p:cNvPr>
          <p:cNvSpPr>
            <a:spLocks xmlns:a="http://schemas.openxmlformats.org/drawingml/2006/main" noGrp="1"/>
          </p:cNvSpPr>
          <p:nvPr/>
        </p:nvSpPr>
        <p:spPr>
          <a:xfrm xmlns:a="http://schemas.openxmlformats.org/drawingml/2006/main">
            <a:off x="5664162" y="1425709"/>
            <a:ext cx="4231364"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just">
              <a:buNone/>
            </a:pPr>
            <a:r>
              <a:rPr sz="2000" b="1">
                <a:solidFill>
                  <a:srgbClr val="0058CB"/>
                </a:solidFill>
                <a:latin typeface="Open Sans Medium"/>
                <a:ea typeface="Open Sans Medium"/>
                <a:cs typeface="Open Sans Medium"/>
              </a:rPr>
              <a:t>Costo Total Personal Tercerizado:</a:t>
            </a:r>
            <a:endParaRPr sz="2000" b="1">
              <a:solidFill>
                <a:srgbClr val="0058CB"/>
              </a:solidFill>
              <a:latin typeface="Open Sans Medium"/>
              <a:ea typeface="Open Sans Medium"/>
              <a:cs typeface="Open Sans Medium"/>
            </a:endParaRPr>
          </a:p>
        </p:txBody>
      </p:sp>
      <p:sp>
        <p:nvSpPr>
          <p:cNvPr id="19" name="Title 1">
            <a:extLst xmlns:a="http://schemas.openxmlformats.org/drawingml/2006/main">
              <a:ext uri="{FF2B5EF4-FFF2-40B4-BE49-F238E27FC236}">
                <a16:creationId xmlns:a16="http://schemas.microsoft.com/office/drawing/2014/main" id="{A3569853-0A49-555A-5FAE-C737A4754EF8}"/>
              </a:ext>
            </a:extLst>
          </p:cNvPr>
          <p:cNvSpPr>
            <a:spLocks xmlns:a="http://schemas.openxmlformats.org/drawingml/2006/main" noGrp="1"/>
          </p:cNvSpPr>
          <p:nvPr/>
        </p:nvSpPr>
        <p:spPr>
          <a:xfrm xmlns:a="http://schemas.openxmlformats.org/drawingml/2006/main">
            <a:off x="2369906" y="3810380"/>
            <a:ext cx="783145"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ctr">
              <a:lnSpc>
                <a:spcPct val="100000"/>
              </a:lnSpc>
              <a:buNone/>
            </a:pPr>
            <a:endParaRPr sz="2000">
              <a:solidFill>
                <a:srgbClr val="003B70"/>
              </a:solidFill>
              <a:latin typeface="Open Sans Medium"/>
              <a:ea typeface="Open Sans Medium"/>
              <a:cs typeface="Open Sans Medium"/>
            </a:endParaRPr>
          </a:p>
          <a:p xmlns:a="http://schemas.openxmlformats.org/drawingml/2006/main">
            <a:pPr algn="ctr">
              <a:lnSpc>
                <a:spcPct val="100000"/>
              </a:lnSpc>
              <a:buNone/>
            </a:pPr>
            <a:r>
              <a:rPr sz="2000">
                <a:solidFill>
                  <a:srgbClr val="003B70"/>
                </a:solidFill>
                <a:latin typeface="Open Sans Medium"/>
                <a:ea typeface="Open Sans Medium"/>
                <a:cs typeface="Open Sans Medium"/>
              </a:rPr>
              <a:t>62</a:t>
            </a:r>
          </a:p>
          <a:p xmlns:a="http://schemas.openxmlformats.org/drawingml/2006/main">
            <a:pPr algn="ctr">
              <a:lnSpc>
                <a:spcPct val="100000"/>
              </a:lnSpc>
              <a:buNone/>
            </a:pPr>
            <a:endParaRPr sz="2000">
              <a:solidFill>
                <a:srgbClr val="003B70"/>
              </a:solidFill>
              <a:latin typeface="Open Sans Medium"/>
              <a:ea typeface="Open Sans Medium"/>
              <a:cs typeface="Open Sans Medium"/>
            </a:endParaRPr>
          </a:p>
        </p:txBody>
      </p:sp>
      <p:sp>
        <p:nvSpPr>
          <p:cNvPr id="21" name="Title 1">
            <a:extLst xmlns:a="http://schemas.openxmlformats.org/drawingml/2006/main">
              <a:ext uri="{FF2B5EF4-FFF2-40B4-BE49-F238E27FC236}">
                <a16:creationId xmlns:a16="http://schemas.microsoft.com/office/drawing/2014/main" id="{B45A3CB0-788A-E487-8357-D74D1FC5DB9D}"/>
              </a:ext>
            </a:extLst>
          </p:cNvPr>
          <p:cNvSpPr>
            <a:spLocks xmlns:a="http://schemas.openxmlformats.org/drawingml/2006/main" noGrp="1"/>
          </p:cNvSpPr>
          <p:nvPr/>
        </p:nvSpPr>
        <p:spPr>
          <a:xfrm xmlns:a="http://schemas.openxmlformats.org/drawingml/2006/main">
            <a:off x="278406" y="3756203"/>
            <a:ext cx="3228974"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just">
              <a:buNone/>
            </a:pPr>
            <a:r>
              <a:rPr sz="1500" b="1">
                <a:solidFill>
                  <a:srgbClr val="0058CB"/>
                </a:solidFill>
                <a:latin typeface="Open Sans Medium"/>
                <a:ea typeface="Open Sans Medium"/>
                <a:cs typeface="Open Sans Medium"/>
              </a:rPr>
              <a:t>Operaciones y Procesos:</a:t>
            </a:r>
            <a:endParaRPr sz="1500" b="1">
              <a:solidFill>
                <a:srgbClr val="0058CB"/>
              </a:solidFill>
              <a:latin typeface="Open Sans Medium"/>
              <a:ea typeface="Open Sans Medium"/>
              <a:cs typeface="Open Sans Medium"/>
            </a:endParaRPr>
          </a:p>
        </p:txBody>
      </p:sp>
      <p:sp>
        <p:nvSpPr>
          <p:cNvPr id="23" name="Title 1">
            <a:extLst xmlns:a="http://schemas.openxmlformats.org/drawingml/2006/main">
              <a:ext uri="{FF2B5EF4-FFF2-40B4-BE49-F238E27FC236}">
                <a16:creationId xmlns:a16="http://schemas.microsoft.com/office/drawing/2014/main" id="{EC2BC4B0-2516-81FD-2068-3E4570A9ADC1}"/>
              </a:ext>
            </a:extLst>
          </p:cNvPr>
          <p:cNvSpPr>
            <a:spLocks xmlns:a="http://schemas.openxmlformats.org/drawingml/2006/main" noGrp="1"/>
          </p:cNvSpPr>
          <p:nvPr/>
        </p:nvSpPr>
        <p:spPr>
          <a:xfrm xmlns:a="http://schemas.openxmlformats.org/drawingml/2006/main">
            <a:off x="2555264" y="4281884"/>
            <a:ext cx="783145"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nSpc>
                <a:spcPct val="100000"/>
              </a:lnSpc>
              <a:buNone/>
            </a:pPr>
            <a:endParaRPr sz="2000">
              <a:solidFill>
                <a:srgbClr val="003B70"/>
              </a:solidFill>
              <a:latin typeface="Open Sans Medium"/>
              <a:ea typeface="Open Sans Medium"/>
              <a:cs typeface="Open Sans Medium"/>
            </a:endParaRPr>
          </a:p>
          <a:p xmlns:a="http://schemas.openxmlformats.org/drawingml/2006/main">
            <a:pPr>
              <a:lnSpc>
                <a:spcPct val="100000"/>
              </a:lnSpc>
              <a:buNone/>
            </a:pPr>
            <a:r>
              <a:rPr sz="2000">
                <a:solidFill>
                  <a:srgbClr val="003B70"/>
                </a:solidFill>
                <a:latin typeface="Open Sans Medium"/>
                <a:ea typeface="Open Sans Medium"/>
                <a:cs typeface="Open Sans Medium"/>
              </a:rPr>
              <a:t>104</a:t>
            </a:r>
          </a:p>
          <a:p xmlns:a="http://schemas.openxmlformats.org/drawingml/2006/main">
            <a:pPr marL="285750" indent="-285750">
              <a:lnSpc>
                <a:spcPct val="100000"/>
              </a:lnSpc>
              <a:buFont typeface="Arial"/>
              <a:buChar char="•"/>
            </a:pPr>
            <a:endParaRPr sz="2000">
              <a:solidFill>
                <a:srgbClr val="003B70"/>
              </a:solidFill>
              <a:latin typeface="Open Sans Medium"/>
              <a:ea typeface="Open Sans Medium"/>
              <a:cs typeface="Open Sans Medium"/>
            </a:endParaRPr>
          </a:p>
        </p:txBody>
      </p:sp>
      <p:sp>
        <p:nvSpPr>
          <p:cNvPr id="25" name="Title 1">
            <a:extLst xmlns:a="http://schemas.openxmlformats.org/drawingml/2006/main">
              <a:ext uri="{FF2B5EF4-FFF2-40B4-BE49-F238E27FC236}">
                <a16:creationId xmlns:a16="http://schemas.microsoft.com/office/drawing/2014/main" id="{F8ADBA6B-9094-0048-0915-8123572637E6}"/>
              </a:ext>
            </a:extLst>
          </p:cNvPr>
          <p:cNvSpPr>
            <a:spLocks xmlns:a="http://schemas.openxmlformats.org/drawingml/2006/main" noGrp="1"/>
          </p:cNvSpPr>
          <p:nvPr/>
        </p:nvSpPr>
        <p:spPr>
          <a:xfrm xmlns:a="http://schemas.openxmlformats.org/drawingml/2006/main">
            <a:off x="278406" y="4241111"/>
            <a:ext cx="3228974"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just">
              <a:buNone/>
            </a:pPr>
            <a:r>
              <a:rPr sz="1500" b="1">
                <a:solidFill>
                  <a:srgbClr val="0058CB"/>
                </a:solidFill>
                <a:latin typeface="Open Sans Medium"/>
                <a:ea typeface="Open Sans Medium"/>
                <a:cs typeface="Open Sans Medium"/>
              </a:rPr>
              <a:t>Arquitectura Datos e IA:</a:t>
            </a:r>
            <a:endParaRPr sz="1500" b="1">
              <a:solidFill>
                <a:srgbClr val="0058CB"/>
              </a:solidFill>
              <a:latin typeface="Open Sans Medium"/>
              <a:ea typeface="Open Sans Medium"/>
              <a:cs typeface="Open Sans Medium"/>
            </a:endParaRPr>
          </a:p>
        </p:txBody>
      </p:sp>
      <p:sp>
        <p:nvSpPr>
          <p:cNvPr id="27" name="Title 1">
            <a:extLst xmlns:a="http://schemas.openxmlformats.org/drawingml/2006/main">
              <a:ext uri="{FF2B5EF4-FFF2-40B4-BE49-F238E27FC236}">
                <a16:creationId xmlns:a16="http://schemas.microsoft.com/office/drawing/2014/main" id="{95DEF1D2-B5B9-BD94-0B8F-68B85305DDA6}"/>
              </a:ext>
            </a:extLst>
          </p:cNvPr>
          <p:cNvSpPr>
            <a:spLocks xmlns:a="http://schemas.openxmlformats.org/drawingml/2006/main" noGrp="1"/>
          </p:cNvSpPr>
          <p:nvPr/>
        </p:nvSpPr>
        <p:spPr>
          <a:xfrm xmlns:a="http://schemas.openxmlformats.org/drawingml/2006/main">
            <a:off x="2881179" y="4775422"/>
            <a:ext cx="490135"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ctr">
              <a:lnSpc>
                <a:spcPct val="100000"/>
              </a:lnSpc>
              <a:buNone/>
            </a:pPr>
            <a:endParaRPr sz="2000">
              <a:solidFill>
                <a:srgbClr val="003B70"/>
              </a:solidFill>
              <a:latin typeface="Open Sans Medium"/>
              <a:ea typeface="Open Sans Medium"/>
              <a:cs typeface="Open Sans Medium"/>
            </a:endParaRPr>
          </a:p>
          <a:p xmlns:a="http://schemas.openxmlformats.org/drawingml/2006/main">
            <a:pPr algn="ctr">
              <a:lnSpc>
                <a:spcPct val="100000"/>
              </a:lnSpc>
              <a:buNone/>
            </a:pPr>
            <a:r>
              <a:rPr sz="2000">
                <a:solidFill>
                  <a:srgbClr val="003B70"/>
                </a:solidFill>
                <a:latin typeface="Open Sans Medium"/>
                <a:ea typeface="Open Sans Medium"/>
                <a:cs typeface="Open Sans Medium"/>
              </a:rPr>
              <a:t>16</a:t>
            </a:r>
          </a:p>
          <a:p xmlns:a="http://schemas.openxmlformats.org/drawingml/2006/main">
            <a:pPr marL="285750" indent="-285750" algn="ctr">
              <a:lnSpc>
                <a:spcPct val="100000"/>
              </a:lnSpc>
              <a:buFont typeface="Arial"/>
              <a:buChar char="•"/>
            </a:pPr>
            <a:endParaRPr sz="2000">
              <a:solidFill>
                <a:srgbClr val="003B70"/>
              </a:solidFill>
              <a:latin typeface="Open Sans Medium"/>
              <a:ea typeface="Open Sans Medium"/>
              <a:cs typeface="Open Sans Medium"/>
            </a:endParaRPr>
          </a:p>
        </p:txBody>
      </p:sp>
      <p:sp>
        <p:nvSpPr>
          <p:cNvPr id="29" name="Title 1">
            <a:extLst xmlns:a="http://schemas.openxmlformats.org/drawingml/2006/main">
              <a:ext uri="{FF2B5EF4-FFF2-40B4-BE49-F238E27FC236}">
                <a16:creationId xmlns:a16="http://schemas.microsoft.com/office/drawing/2014/main" id="{865ACD1F-8B38-0BFD-555A-337CFBE09F05}"/>
              </a:ext>
            </a:extLst>
          </p:cNvPr>
          <p:cNvSpPr>
            <a:spLocks xmlns:a="http://schemas.openxmlformats.org/drawingml/2006/main" noGrp="1"/>
          </p:cNvSpPr>
          <p:nvPr/>
        </p:nvSpPr>
        <p:spPr>
          <a:xfrm xmlns:a="http://schemas.openxmlformats.org/drawingml/2006/main">
            <a:off x="278406" y="4726019"/>
            <a:ext cx="3752849"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just">
              <a:buNone/>
            </a:pPr>
            <a:r>
              <a:rPr sz="1500" b="1">
                <a:solidFill>
                  <a:srgbClr val="0058CB"/>
                </a:solidFill>
                <a:latin typeface="Open Sans Medium"/>
                <a:ea typeface="Open Sans Medium"/>
                <a:cs typeface="Open Sans Medium"/>
              </a:rPr>
              <a:t>Operaciones Ciberseguridad:</a:t>
            </a:r>
            <a:endParaRPr sz="1500" b="1">
              <a:solidFill>
                <a:srgbClr val="0058CB"/>
              </a:solidFill>
              <a:latin typeface="Open Sans Medium"/>
              <a:ea typeface="Open Sans Medium"/>
              <a:cs typeface="Open Sans Medium"/>
            </a:endParaRPr>
          </a:p>
        </p:txBody>
      </p:sp>
      <p:sp>
        <p:nvSpPr>
          <p:cNvPr id="33" name="Title 1">
            <a:extLst xmlns:a="http://schemas.openxmlformats.org/drawingml/2006/main">
              <a:ext uri="{FF2B5EF4-FFF2-40B4-BE49-F238E27FC236}">
                <a16:creationId xmlns:a16="http://schemas.microsoft.com/office/drawing/2014/main" id="{9D681345-9E1B-9793-9BF6-E4594374B317}"/>
              </a:ext>
            </a:extLst>
          </p:cNvPr>
          <p:cNvSpPr>
            <a:spLocks xmlns:a="http://schemas.openxmlformats.org/drawingml/2006/main" noGrp="1"/>
          </p:cNvSpPr>
          <p:nvPr/>
        </p:nvSpPr>
        <p:spPr>
          <a:xfrm xmlns:a="http://schemas.openxmlformats.org/drawingml/2006/main">
            <a:off x="6498064" y="3756203"/>
            <a:ext cx="3752849"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just">
              <a:buNone/>
            </a:pPr>
            <a:r>
              <a:rPr sz="1500" b="1">
                <a:solidFill>
                  <a:srgbClr val="0058CB"/>
                </a:solidFill>
                <a:latin typeface="Open Sans Medium"/>
                <a:ea typeface="Open Sans Medium"/>
                <a:cs typeface="Open Sans Medium"/>
              </a:rPr>
              <a:t>Modernización y Transformación:</a:t>
            </a:r>
            <a:endParaRPr sz="1500" b="1">
              <a:solidFill>
                <a:srgbClr val="0058CB"/>
              </a:solidFill>
              <a:latin typeface="Open Sans Medium"/>
              <a:ea typeface="Open Sans Medium"/>
              <a:cs typeface="Open Sans Medium"/>
            </a:endParaRPr>
          </a:p>
        </p:txBody>
      </p:sp>
      <p:sp>
        <p:nvSpPr>
          <p:cNvPr id="34" name="Rectángulo 33">
            <a:extLst xmlns:a="http://schemas.openxmlformats.org/drawingml/2006/main">
              <a:ext uri="{FF2B5EF4-FFF2-40B4-BE49-F238E27FC236}">
                <a16:creationId xmlns:a16="http://schemas.microsoft.com/office/drawing/2014/main" id="{BBEAE863-A9C2-9457-AC4B-1A31F7317680}"/>
              </a:ext>
            </a:extLst>
          </p:cNvPr>
          <p:cNvSpPr>
            <a:spLocks xmlns:a="http://schemas.openxmlformats.org/drawingml/2006/main" noGrp="1"/>
          </p:cNvSpPr>
          <p:nvPr/>
        </p:nvSpPr>
        <p:spPr>
          <a:xfrm xmlns:a="http://schemas.openxmlformats.org/drawingml/2006/main">
            <a:off x="208599" y="1429512"/>
            <a:ext cx="11764326" cy="1760219"/>
          </a:xfrm>
          <a:prstGeom xmlns:a="http://schemas.openxmlformats.org/drawingml/2006/main" prst="rect">
            <a:avLst/>
          </a:prstGeom>
          <a:solidFill xmlns:a="http://schemas.openxmlformats.org/drawingml/2006/main">
            <a:schemeClr val="bg1">
              <a:lumMod val="65000"/>
              <a:alpha val="20000"/>
            </a:schemeClr>
          </a:solidFill>
          <a:ln xmlns:a="http://schemas.openxmlformats.org/drawingml/2006/main">
            <a:solidFill>
              <a:schemeClr val="bg1">
                <a:lumMod val="65000"/>
                <a:alpha val="20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itle 1">
            <a:extLst xmlns:a="http://schemas.openxmlformats.org/drawingml/2006/main">
              <a:ext uri="{FF2B5EF4-FFF2-40B4-BE49-F238E27FC236}">
                <a16:creationId xmlns:a16="http://schemas.microsoft.com/office/drawing/2014/main" id="{03966FBF-C5A7-62FF-D6D4-37F646C6869F}"/>
              </a:ext>
            </a:extLst>
          </p:cNvPr>
          <p:cNvSpPr>
            <a:spLocks xmlns:a="http://schemas.openxmlformats.org/drawingml/2006/main" noGrp="1"/>
          </p:cNvSpPr>
          <p:nvPr/>
        </p:nvSpPr>
        <p:spPr>
          <a:xfrm xmlns:a="http://schemas.openxmlformats.org/drawingml/2006/main">
            <a:off x="9456752" y="3809912"/>
            <a:ext cx="783145"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ctr">
              <a:lnSpc>
                <a:spcPct val="100000"/>
              </a:lnSpc>
              <a:buNone/>
            </a:pPr>
            <a:endParaRPr sz="2000">
              <a:solidFill>
                <a:srgbClr val="003B70"/>
              </a:solidFill>
              <a:latin typeface="Open Sans Medium"/>
              <a:ea typeface="Open Sans Medium"/>
              <a:cs typeface="Open Sans Medium"/>
            </a:endParaRPr>
          </a:p>
          <a:p xmlns:a="http://schemas.openxmlformats.org/drawingml/2006/main">
            <a:pPr algn="ctr">
              <a:lnSpc>
                <a:spcPct val="100000"/>
              </a:lnSpc>
              <a:buNone/>
            </a:pPr>
            <a:r>
              <a:rPr sz="2000">
                <a:solidFill>
                  <a:srgbClr val="003B70"/>
                </a:solidFill>
                <a:latin typeface="Open Sans Medium"/>
                <a:ea typeface="Open Sans Medium"/>
                <a:cs typeface="Open Sans Medium"/>
              </a:rPr>
              <a:t>246</a:t>
            </a:r>
          </a:p>
          <a:p xmlns:a="http://schemas.openxmlformats.org/drawingml/2006/main">
            <a:pPr algn="ctr">
              <a:lnSpc>
                <a:spcPct val="100000"/>
              </a:lnSpc>
              <a:buNone/>
            </a:pPr>
            <a:endParaRPr sz="2000">
              <a:solidFill>
                <a:srgbClr val="003B70"/>
              </a:solidFill>
              <a:latin typeface="Open Sans Medium"/>
              <a:ea typeface="Open Sans Medium"/>
              <a:cs typeface="Open Sans Medium"/>
            </a:endParaRPr>
          </a:p>
        </p:txBody>
      </p:sp>
      <p:sp>
        <p:nvSpPr>
          <p:cNvPr id="38" name="Title 1">
            <a:extLst xmlns:a="http://schemas.openxmlformats.org/drawingml/2006/main">
              <a:ext uri="{FF2B5EF4-FFF2-40B4-BE49-F238E27FC236}">
                <a16:creationId xmlns:a16="http://schemas.microsoft.com/office/drawing/2014/main" id="{040A84EE-E8DB-49DD-16F7-B7198E998928}"/>
              </a:ext>
            </a:extLst>
          </p:cNvPr>
          <p:cNvSpPr>
            <a:spLocks xmlns:a="http://schemas.openxmlformats.org/drawingml/2006/main" noGrp="1"/>
          </p:cNvSpPr>
          <p:nvPr/>
        </p:nvSpPr>
        <p:spPr>
          <a:xfrm xmlns:a="http://schemas.openxmlformats.org/drawingml/2006/main">
            <a:off x="6498064" y="4241111"/>
            <a:ext cx="3752849"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just">
              <a:buNone/>
            </a:pPr>
            <a:r>
              <a:rPr sz="1500" b="1">
                <a:solidFill>
                  <a:srgbClr val="0058CB"/>
                </a:solidFill>
                <a:latin typeface="Open Sans Medium"/>
                <a:ea typeface="Open Sans Medium"/>
                <a:cs typeface="Open Sans Medium"/>
              </a:rPr>
              <a:t>Tecnología Seguros:</a:t>
            </a:r>
            <a:endParaRPr sz="1500" b="1">
              <a:solidFill>
                <a:srgbClr val="0058CB"/>
              </a:solidFill>
              <a:latin typeface="Open Sans Medium"/>
              <a:ea typeface="Open Sans Medium"/>
              <a:cs typeface="Open Sans Medium"/>
            </a:endParaRPr>
          </a:p>
        </p:txBody>
      </p:sp>
      <p:sp>
        <p:nvSpPr>
          <p:cNvPr id="40" name="Title 1">
            <a:extLst xmlns:a="http://schemas.openxmlformats.org/drawingml/2006/main">
              <a:ext uri="{FF2B5EF4-FFF2-40B4-BE49-F238E27FC236}">
                <a16:creationId xmlns:a16="http://schemas.microsoft.com/office/drawing/2014/main" id="{E08B7B70-4BE2-5DD7-4D6C-747BE8A66D3D}"/>
              </a:ext>
            </a:extLst>
          </p:cNvPr>
          <p:cNvSpPr>
            <a:spLocks xmlns:a="http://schemas.openxmlformats.org/drawingml/2006/main" noGrp="1"/>
          </p:cNvSpPr>
          <p:nvPr/>
        </p:nvSpPr>
        <p:spPr>
          <a:xfrm xmlns:a="http://schemas.openxmlformats.org/drawingml/2006/main">
            <a:off x="8196648" y="4281420"/>
            <a:ext cx="783145"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ctr">
              <a:lnSpc>
                <a:spcPct val="100000"/>
              </a:lnSpc>
              <a:buNone/>
            </a:pPr>
            <a:endParaRPr sz="2000">
              <a:solidFill>
                <a:srgbClr val="003B70"/>
              </a:solidFill>
              <a:latin typeface="Open Sans Medium"/>
              <a:ea typeface="Open Sans Medium"/>
              <a:cs typeface="Open Sans Medium"/>
            </a:endParaRPr>
          </a:p>
          <a:p xmlns:a="http://schemas.openxmlformats.org/drawingml/2006/main">
            <a:pPr algn="ctr">
              <a:lnSpc>
                <a:spcPct val="100000"/>
              </a:lnSpc>
              <a:buNone/>
            </a:pPr>
            <a:r>
              <a:rPr sz="2000">
                <a:solidFill>
                  <a:srgbClr val="003B70"/>
                </a:solidFill>
                <a:latin typeface="Open Sans Medium"/>
                <a:ea typeface="Open Sans Medium"/>
                <a:cs typeface="Open Sans Medium"/>
              </a:rPr>
              <a:t>19</a:t>
            </a:r>
          </a:p>
          <a:p xmlns:a="http://schemas.openxmlformats.org/drawingml/2006/main">
            <a:pPr algn="ctr">
              <a:lnSpc>
                <a:spcPct val="100000"/>
              </a:lnSpc>
              <a:buNone/>
            </a:pPr>
            <a:endParaRPr sz="2000">
              <a:solidFill>
                <a:srgbClr val="003B70"/>
              </a:solidFill>
              <a:latin typeface="Open Sans Medium"/>
              <a:ea typeface="Open Sans Medium"/>
              <a:cs typeface="Open Sans Medium"/>
            </a:endParaRPr>
          </a:p>
        </p:txBody>
      </p:sp>
      <p:sp>
        <p:nvSpPr>
          <p:cNvPr id="42" name="Title 1">
            <a:extLst xmlns:a="http://schemas.openxmlformats.org/drawingml/2006/main">
              <a:ext uri="{FF2B5EF4-FFF2-40B4-BE49-F238E27FC236}">
                <a16:creationId xmlns:a16="http://schemas.microsoft.com/office/drawing/2014/main" id="{DE46B434-9FD5-0100-3CFE-21DEE7A31FC4}"/>
              </a:ext>
            </a:extLst>
          </p:cNvPr>
          <p:cNvSpPr>
            <a:spLocks xmlns:a="http://schemas.openxmlformats.org/drawingml/2006/main" noGrp="1"/>
          </p:cNvSpPr>
          <p:nvPr/>
        </p:nvSpPr>
        <p:spPr>
          <a:xfrm xmlns:a="http://schemas.openxmlformats.org/drawingml/2006/main">
            <a:off x="6498064" y="4726019"/>
            <a:ext cx="3752849"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just">
              <a:buNone/>
            </a:pPr>
            <a:r>
              <a:rPr sz="1500" b="1">
                <a:solidFill>
                  <a:srgbClr val="0058CB"/>
                </a:solidFill>
                <a:latin typeface="Open Sans Medium"/>
                <a:ea typeface="Open Sans Medium"/>
                <a:cs typeface="Open Sans Medium"/>
              </a:rPr>
              <a:t>Seguridad Física y Servicios Generales:</a:t>
            </a:r>
            <a:endParaRPr sz="1500" b="1">
              <a:solidFill>
                <a:srgbClr val="0058CB"/>
              </a:solidFill>
              <a:latin typeface="Open Sans Medium"/>
              <a:ea typeface="Open Sans Medium"/>
              <a:cs typeface="Open Sans Medium"/>
            </a:endParaRPr>
          </a:p>
        </p:txBody>
      </p:sp>
      <p:sp>
        <p:nvSpPr>
          <p:cNvPr id="44" name="Title 1">
            <a:extLst xmlns:a="http://schemas.openxmlformats.org/drawingml/2006/main">
              <a:ext uri="{FF2B5EF4-FFF2-40B4-BE49-F238E27FC236}">
                <a16:creationId xmlns:a16="http://schemas.microsoft.com/office/drawing/2014/main" id="{02150509-F2CF-128F-EDFF-4EBF269299AD}"/>
              </a:ext>
            </a:extLst>
          </p:cNvPr>
          <p:cNvSpPr>
            <a:spLocks xmlns:a="http://schemas.openxmlformats.org/drawingml/2006/main" noGrp="1"/>
          </p:cNvSpPr>
          <p:nvPr/>
        </p:nvSpPr>
        <p:spPr>
          <a:xfrm xmlns:a="http://schemas.openxmlformats.org/drawingml/2006/main">
            <a:off x="9914365" y="4752511"/>
            <a:ext cx="783145"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ctr">
              <a:lnSpc>
                <a:spcPct val="100000"/>
              </a:lnSpc>
              <a:buNone/>
            </a:pPr>
            <a:endParaRPr sz="2000">
              <a:solidFill>
                <a:srgbClr val="003B70"/>
              </a:solidFill>
              <a:latin typeface="Open Sans Medium"/>
              <a:ea typeface="Open Sans Medium"/>
              <a:cs typeface="Open Sans Medium"/>
            </a:endParaRPr>
          </a:p>
          <a:p xmlns:a="http://schemas.openxmlformats.org/drawingml/2006/main">
            <a:pPr algn="ctr">
              <a:lnSpc>
                <a:spcPct val="100000"/>
              </a:lnSpc>
              <a:buNone/>
            </a:pPr>
            <a:r>
              <a:rPr sz="2000">
                <a:solidFill>
                  <a:srgbClr val="003B70"/>
                </a:solidFill>
                <a:latin typeface="Open Sans Medium"/>
                <a:ea typeface="Open Sans Medium"/>
                <a:cs typeface="Open Sans Medium"/>
              </a:rPr>
              <a:t>187</a:t>
            </a:r>
          </a:p>
          <a:p xmlns:a="http://schemas.openxmlformats.org/drawingml/2006/main">
            <a:pPr algn="ctr">
              <a:lnSpc>
                <a:spcPct val="100000"/>
              </a:lnSpc>
              <a:buNone/>
            </a:pPr>
            <a:endParaRPr sz="2000">
              <a:solidFill>
                <a:srgbClr val="003B70"/>
              </a:solidFill>
              <a:latin typeface="Open Sans Medium"/>
              <a:ea typeface="Open Sans Medium"/>
              <a:cs typeface="Open Sans Medium"/>
            </a:endParaRPr>
          </a:p>
        </p:txBody>
      </p:sp>
      <p:sp>
        <p:nvSpPr>
          <p:cNvPr id="46" name="Title 1">
            <a:extLst xmlns:a="http://schemas.openxmlformats.org/drawingml/2006/main">
              <a:ext uri="{FF2B5EF4-FFF2-40B4-BE49-F238E27FC236}">
                <a16:creationId xmlns:a16="http://schemas.microsoft.com/office/drawing/2014/main" id="{3EA5D1D8-58BD-A892-AB29-F1BA56483754}"/>
              </a:ext>
            </a:extLst>
          </p:cNvPr>
          <p:cNvSpPr>
            <a:spLocks xmlns:a="http://schemas.openxmlformats.org/drawingml/2006/main" noGrp="1"/>
          </p:cNvSpPr>
          <p:nvPr/>
        </p:nvSpPr>
        <p:spPr>
          <a:xfrm xmlns:a="http://schemas.openxmlformats.org/drawingml/2006/main">
            <a:off x="278406" y="5210928"/>
            <a:ext cx="3947160"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just">
              <a:buNone/>
            </a:pPr>
            <a:r>
              <a:rPr sz="1500" b="1">
                <a:solidFill>
                  <a:srgbClr val="0058CB"/>
                </a:solidFill>
                <a:latin typeface="Open Sans Medium"/>
                <a:ea typeface="Open Sans Medium"/>
                <a:cs typeface="Open Sans Medium"/>
              </a:rPr>
              <a:t>Vicepresidencia Regional de Tecnología :</a:t>
            </a:r>
            <a:endParaRPr sz="1500" b="1">
              <a:solidFill>
                <a:srgbClr val="0058CB"/>
              </a:solidFill>
              <a:latin typeface="Open Sans Medium"/>
              <a:ea typeface="Open Sans Medium"/>
              <a:cs typeface="Open Sans Medium"/>
            </a:endParaRPr>
          </a:p>
        </p:txBody>
      </p:sp>
      <p:sp>
        <p:nvSpPr>
          <p:cNvPr id="48" name="Title 1">
            <a:extLst xmlns:a="http://schemas.openxmlformats.org/drawingml/2006/main">
              <a:ext uri="{FF2B5EF4-FFF2-40B4-BE49-F238E27FC236}">
                <a16:creationId xmlns:a16="http://schemas.microsoft.com/office/drawing/2014/main" id="{D2E2F4CA-D6DF-1BBF-5674-CDCC0DF58EBC}"/>
              </a:ext>
            </a:extLst>
          </p:cNvPr>
          <p:cNvSpPr>
            <a:spLocks xmlns:a="http://schemas.openxmlformats.org/drawingml/2006/main" noGrp="1"/>
          </p:cNvSpPr>
          <p:nvPr/>
        </p:nvSpPr>
        <p:spPr>
          <a:xfrm xmlns:a="http://schemas.openxmlformats.org/drawingml/2006/main">
            <a:off x="3854710" y="5246561"/>
            <a:ext cx="783145"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ctr">
              <a:lnSpc>
                <a:spcPct val="100000"/>
              </a:lnSpc>
              <a:buNone/>
            </a:pPr>
            <a:endParaRPr sz="2000">
              <a:solidFill>
                <a:srgbClr val="003B70"/>
              </a:solidFill>
              <a:latin typeface="Open Sans Medium"/>
              <a:ea typeface="Open Sans Medium"/>
              <a:cs typeface="Open Sans Medium"/>
            </a:endParaRPr>
          </a:p>
          <a:p xmlns:a="http://schemas.openxmlformats.org/drawingml/2006/main">
            <a:pPr algn="ctr">
              <a:lnSpc>
                <a:spcPct val="100000"/>
              </a:lnSpc>
              <a:buNone/>
            </a:pPr>
            <a:r>
              <a:rPr sz="2000">
                <a:solidFill>
                  <a:srgbClr val="003B70"/>
                </a:solidFill>
                <a:latin typeface="Open Sans Medium"/>
                <a:ea typeface="Open Sans Medium"/>
                <a:cs typeface="Open Sans Medium"/>
              </a:rPr>
              <a:t>192</a:t>
            </a:r>
          </a:p>
          <a:p xmlns:a="http://schemas.openxmlformats.org/drawingml/2006/main">
            <a:pPr algn="ctr">
              <a:lnSpc>
                <a:spcPct val="100000"/>
              </a:lnSpc>
              <a:buNone/>
            </a:pPr>
            <a:endParaRPr sz="2000">
              <a:solidFill>
                <a:srgbClr val="003B70"/>
              </a:solidFill>
              <a:latin typeface="Open Sans Medium"/>
              <a:ea typeface="Open Sans Medium"/>
              <a:cs typeface="Open Sans Medium"/>
            </a:endParaRPr>
          </a:p>
        </p:txBody>
      </p:sp>
      <p:sp>
        <p:nvSpPr>
          <p:cNvPr id="77" name="CuadroTexto 76">
            <a:extLst xmlns:a="http://schemas.openxmlformats.org/drawingml/2006/main">
              <a:ext uri="{FF2B5EF4-FFF2-40B4-BE49-F238E27FC236}">
                <a16:creationId xmlns:a16="http://schemas.microsoft.com/office/drawing/2014/main" id="{B83ED5D1-77BD-66DD-89BC-4F57D4661BEB}"/>
              </a:ext>
            </a:extLst>
          </p:cNvPr>
          <p:cNvSpPr>
            <a:spLocks xmlns:a="http://schemas.openxmlformats.org/drawingml/2006/main" noGrp="1"/>
          </p:cNvSpPr>
          <p:nvPr/>
        </p:nvSpPr>
        <p:spPr>
          <a:xfrm xmlns:a="http://schemas.openxmlformats.org/drawingml/2006/main">
            <a:off x="220326" y="5944643"/>
            <a:ext cx="9780924" cy="8925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300"/>
              <a:t>**El Costo Total de la Subcontratación incluye los costos de personal tercerizado (BAU) + el costo de consultoría (Proyectos: MVP VASS, Capa de Integración, CRM y otros)</a:t>
            </a:r>
          </a:p>
          <a:p xmlns:a="http://schemas.openxmlformats.org/drawingml/2006/main">
            <a:r>
              <a:rPr sz="1300"/>
              <a:t>**Los costos totales no contemplan los costos asociados a las áreas de Seguridad Física y servicios generales</a:t>
            </a:r>
          </a:p>
          <a:p xmlns:a="http://schemas.openxmlformats.org/drawingml/2006/main">
            <a:r>
              <a:rPr sz="1300"/>
              <a:t>**Los datos mostrados son al corte del 16 de Septiembre 2026 detallados en la plataforma de gestión de terceros – Nems</a:t>
            </a:r>
          </a:p>
        </p:txBody>
      </p:sp>
      <p:sp>
        <p:nvSpPr>
          <p:cNvPr id="79" name="Title 1">
            <a:extLst xmlns:a="http://schemas.openxmlformats.org/drawingml/2006/main">
              <a:ext uri="{FF2B5EF4-FFF2-40B4-BE49-F238E27FC236}">
                <a16:creationId xmlns:a16="http://schemas.microsoft.com/office/drawing/2014/main" id="{9F662655-C513-28B2-FA0E-CCA31D686168}"/>
              </a:ext>
            </a:extLst>
          </p:cNvPr>
          <p:cNvSpPr>
            <a:spLocks xmlns:a="http://schemas.openxmlformats.org/drawingml/2006/main" noGrp="1"/>
          </p:cNvSpPr>
          <p:nvPr/>
        </p:nvSpPr>
        <p:spPr>
          <a:xfrm xmlns:a="http://schemas.openxmlformats.org/drawingml/2006/main">
            <a:off x="2428190" y="2632285"/>
            <a:ext cx="4656079"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just">
              <a:buNone/>
            </a:pPr>
            <a:r>
              <a:rPr sz="2000" b="1">
                <a:solidFill>
                  <a:srgbClr val="0058CB"/>
                </a:solidFill>
                <a:latin typeface="Open Sans Medium"/>
                <a:ea typeface="Open Sans Medium"/>
                <a:cs typeface="Open Sans Medium"/>
              </a:rPr>
              <a:t>Costo Total de la Subcontratación:</a:t>
            </a:r>
            <a:endParaRPr sz="2000" b="1">
              <a:solidFill>
                <a:srgbClr val="0058CB"/>
              </a:solidFill>
              <a:latin typeface="Open Sans Medium"/>
              <a:ea typeface="Open Sans Medium"/>
              <a:cs typeface="Open Sans Medium"/>
            </a:endParaRPr>
          </a:p>
        </p:txBody>
      </p:sp>
      <p:sp>
        <p:nvSpPr>
          <p:cNvPr id="81" name="Title 1">
            <a:extLst xmlns:a="http://schemas.openxmlformats.org/drawingml/2006/main">
              <a:ext uri="{FF2B5EF4-FFF2-40B4-BE49-F238E27FC236}">
                <a16:creationId xmlns:a16="http://schemas.microsoft.com/office/drawing/2014/main" id="{3F1F6D4D-EF7F-63F6-62F5-78EAA494F6B8}"/>
              </a:ext>
            </a:extLst>
          </p:cNvPr>
          <p:cNvSpPr>
            <a:spLocks xmlns:a="http://schemas.openxmlformats.org/drawingml/2006/main" noGrp="1"/>
          </p:cNvSpPr>
          <p:nvPr/>
        </p:nvSpPr>
        <p:spPr>
          <a:xfrm xmlns:a="http://schemas.openxmlformats.org/drawingml/2006/main">
            <a:off x="6631047" y="2684716"/>
            <a:ext cx="2250040"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nSpc>
                <a:spcPct val="100000"/>
              </a:lnSpc>
              <a:buNone/>
            </a:pPr>
            <a:endParaRPr sz="2400" b="1">
              <a:solidFill>
                <a:srgbClr val="003B70"/>
              </a:solidFill>
              <a:latin typeface="Open Sans Medium"/>
              <a:ea typeface="Open Sans Medium"/>
              <a:cs typeface="Open Sans Medium"/>
            </a:endParaRPr>
          </a:p>
          <a:p xmlns:a="http://schemas.openxmlformats.org/drawingml/2006/main">
            <a:pPr>
              <a:lnSpc>
                <a:spcPct val="100000"/>
              </a:lnSpc>
              <a:buNone/>
            </a:pPr>
            <a:r>
              <a:rPr sz="2400" b="1">
                <a:solidFill>
                  <a:srgbClr val="003B70"/>
                </a:solidFill>
                <a:latin typeface="Open Sans Medium"/>
                <a:ea typeface="Open Sans Medium"/>
                <a:cs typeface="Open Sans Medium"/>
              </a:rPr>
              <a:t>$3,631,608.6</a:t>
            </a:r>
          </a:p>
          <a:p xmlns:a="http://schemas.openxmlformats.org/drawingml/2006/main">
            <a:pPr>
              <a:lnSpc>
                <a:spcPct val="100000"/>
              </a:lnSpc>
              <a:buNone/>
            </a:pPr>
            <a:endParaRPr sz="2400" b="1">
              <a:solidFill>
                <a:srgbClr val="003B70"/>
              </a:solidFill>
              <a:latin typeface="Open Sans Medium"/>
              <a:ea typeface="Open Sans Medium"/>
              <a:cs typeface="Open Sans Medium"/>
            </a:endParaRPr>
          </a:p>
        </p:txBody>
      </p:sp>
      <p:sp>
        <p:nvSpPr>
          <p:cNvPr id="82" name="Title 1">
            <a:extLst xmlns:a="http://schemas.openxmlformats.org/drawingml/2006/main">
              <a:ext uri="{FF2B5EF4-FFF2-40B4-BE49-F238E27FC236}">
                <a16:creationId xmlns:a16="http://schemas.microsoft.com/office/drawing/2014/main" id="{E66081E4-6832-6E8E-ADDC-D7A2B19C5F7C}"/>
              </a:ext>
            </a:extLst>
          </p:cNvPr>
          <p:cNvSpPr>
            <a:spLocks xmlns:a="http://schemas.openxmlformats.org/drawingml/2006/main" noGrp="1"/>
          </p:cNvSpPr>
          <p:nvPr/>
        </p:nvSpPr>
        <p:spPr>
          <a:xfrm xmlns:a="http://schemas.openxmlformats.org/drawingml/2006/main">
            <a:off x="130411" y="3281386"/>
            <a:ext cx="6259371" cy="725513"/>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nSpc>
                <a:spcPct val="100000"/>
              </a:lnSpc>
              <a:buNone/>
            </a:pPr>
            <a:r>
              <a:rPr sz="2000" b="1" u="sng">
                <a:solidFill>
                  <a:srgbClr val="003B70"/>
                </a:solidFill>
                <a:latin typeface="Open Sans Medium"/>
                <a:ea typeface="Open Sans Medium"/>
                <a:cs typeface="Open Sans Medium"/>
              </a:rPr>
              <a:t>Detalle Personal Tercerizado por área</a:t>
            </a:r>
            <a:endParaRPr sz="2000" b="1" u="sng">
              <a:solidFill>
                <a:srgbClr val="003B70"/>
              </a:solidFill>
              <a:latin typeface="Open Sans Medium"/>
              <a:ea typeface="Open Sans Medium"/>
              <a:cs typeface="Open Sans Medium"/>
            </a:endParaRPr>
          </a:p>
        </p:txBody>
      </p:sp>
      <p:sp>
        <p:nvSpPr>
          <p:cNvPr id="6" name="Title 1">
            <a:extLst xmlns:a="http://schemas.openxmlformats.org/drawingml/2006/main">
              <a:ext uri="{FF2B5EF4-FFF2-40B4-BE49-F238E27FC236}">
                <a16:creationId xmlns:a16="http://schemas.microsoft.com/office/drawing/2014/main" id="{F3E45279-310E-FE7E-0B40-2A0703CA5733}"/>
              </a:ext>
            </a:extLst>
          </p:cNvPr>
          <p:cNvSpPr>
            <a:spLocks xmlns:a="http://schemas.openxmlformats.org/drawingml/2006/main" noGrp="1"/>
          </p:cNvSpPr>
          <p:nvPr/>
        </p:nvSpPr>
        <p:spPr>
          <a:xfrm xmlns:a="http://schemas.openxmlformats.org/drawingml/2006/main">
            <a:off x="4505135" y="1963816"/>
            <a:ext cx="783145"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nSpc>
                <a:spcPct val="100000"/>
              </a:lnSpc>
              <a:buNone/>
            </a:pPr>
            <a:endParaRPr sz="2400">
              <a:solidFill>
                <a:srgbClr val="003B70"/>
              </a:solidFill>
              <a:latin typeface="Open Sans Medium"/>
              <a:ea typeface="Open Sans Medium"/>
              <a:cs typeface="Open Sans Medium"/>
            </a:endParaRPr>
          </a:p>
          <a:p xmlns:a="http://schemas.openxmlformats.org/drawingml/2006/main">
            <a:pPr>
              <a:lnSpc>
                <a:spcPct val="100000"/>
              </a:lnSpc>
              <a:buNone/>
            </a:pPr>
            <a:r>
              <a:rPr sz="2400">
                <a:solidFill>
                  <a:srgbClr val="003B70"/>
                </a:solidFill>
                <a:latin typeface="Open Sans Medium"/>
                <a:ea typeface="Open Sans Medium"/>
                <a:cs typeface="Open Sans Medium"/>
              </a:rPr>
              <a:t>193</a:t>
            </a:r>
          </a:p>
          <a:p xmlns:a="http://schemas.openxmlformats.org/drawingml/2006/main">
            <a:pPr marL="285750" indent="-285750">
              <a:lnSpc>
                <a:spcPct val="100000"/>
              </a:lnSpc>
              <a:buFont typeface="Arial"/>
              <a:buChar char="•"/>
            </a:pPr>
            <a:endParaRPr sz="2400">
              <a:solidFill>
                <a:srgbClr val="003B70"/>
              </a:solidFill>
              <a:latin typeface="Open Sans Medium"/>
              <a:ea typeface="Open Sans Medium"/>
              <a:cs typeface="Open Sans Medium"/>
            </a:endParaRPr>
          </a:p>
        </p:txBody>
      </p:sp>
      <p:sp>
        <p:nvSpPr>
          <p:cNvPr id="8" name="Title 1">
            <a:extLst xmlns:a="http://schemas.openxmlformats.org/drawingml/2006/main">
              <a:ext uri="{FF2B5EF4-FFF2-40B4-BE49-F238E27FC236}">
                <a16:creationId xmlns:a16="http://schemas.microsoft.com/office/drawing/2014/main" id="{A9A940CB-9F6A-DB1B-E3A4-97B5CB5A16E2}"/>
              </a:ext>
            </a:extLst>
          </p:cNvPr>
          <p:cNvSpPr>
            <a:spLocks xmlns:a="http://schemas.openxmlformats.org/drawingml/2006/main" noGrp="1"/>
          </p:cNvSpPr>
          <p:nvPr/>
        </p:nvSpPr>
        <p:spPr>
          <a:xfrm xmlns:a="http://schemas.openxmlformats.org/drawingml/2006/main">
            <a:off x="401956" y="1921069"/>
            <a:ext cx="4231364"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just">
              <a:buNone/>
            </a:pPr>
            <a:r>
              <a:rPr sz="2000" b="1">
                <a:solidFill>
                  <a:srgbClr val="0058CB"/>
                </a:solidFill>
                <a:latin typeface="Open Sans Medium"/>
                <a:ea typeface="Open Sans Medium"/>
                <a:cs typeface="Open Sans Medium"/>
              </a:rPr>
              <a:t>Total Personal Consultoría VRTO:</a:t>
            </a:r>
            <a:endParaRPr sz="2000" b="1">
              <a:solidFill>
                <a:srgbClr val="0058CB"/>
              </a:solidFill>
              <a:latin typeface="Open Sans Medium"/>
              <a:ea typeface="Open Sans Medium"/>
              <a:cs typeface="Open Sans Medium"/>
            </a:endParaRPr>
          </a:p>
        </p:txBody>
      </p:sp>
      <p:sp>
        <p:nvSpPr>
          <p:cNvPr id="11" name="Title 1">
            <a:extLst xmlns:a="http://schemas.openxmlformats.org/drawingml/2006/main">
              <a:ext uri="{FF2B5EF4-FFF2-40B4-BE49-F238E27FC236}">
                <a16:creationId xmlns:a16="http://schemas.microsoft.com/office/drawing/2014/main" id="{71A9A3EE-A4CE-569C-A938-49B6FC2DC180}"/>
              </a:ext>
            </a:extLst>
          </p:cNvPr>
          <p:cNvSpPr>
            <a:spLocks xmlns:a="http://schemas.openxmlformats.org/drawingml/2006/main" noGrp="1"/>
          </p:cNvSpPr>
          <p:nvPr/>
        </p:nvSpPr>
        <p:spPr>
          <a:xfrm xmlns:a="http://schemas.openxmlformats.org/drawingml/2006/main">
            <a:off x="9801035" y="2032336"/>
            <a:ext cx="2152840"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nSpc>
                <a:spcPct val="100000"/>
              </a:lnSpc>
              <a:buNone/>
            </a:pPr>
            <a:endParaRPr sz="2400">
              <a:solidFill>
                <a:srgbClr val="003B70"/>
              </a:solidFill>
              <a:latin typeface="Open Sans Medium"/>
              <a:ea typeface="Open Sans Medium"/>
              <a:cs typeface="Open Sans Medium"/>
            </a:endParaRPr>
          </a:p>
          <a:p xmlns:a="http://schemas.openxmlformats.org/drawingml/2006/main">
            <a:pPr>
              <a:lnSpc>
                <a:spcPct val="100000"/>
              </a:lnSpc>
              <a:buNone/>
            </a:pPr>
            <a:r>
              <a:rPr sz="2400">
                <a:solidFill>
                  <a:srgbClr val="003B70"/>
                </a:solidFill>
                <a:latin typeface="Open Sans Medium"/>
                <a:ea typeface="Open Sans Medium"/>
                <a:cs typeface="Open Sans Medium"/>
              </a:rPr>
              <a:t>$1,442,954.38</a:t>
            </a:r>
          </a:p>
          <a:p xmlns:a="http://schemas.openxmlformats.org/drawingml/2006/main">
            <a:pPr>
              <a:lnSpc>
                <a:spcPct val="100000"/>
              </a:lnSpc>
              <a:buNone/>
            </a:pPr>
            <a:endParaRPr sz="2400">
              <a:solidFill>
                <a:srgbClr val="003B70"/>
              </a:solidFill>
              <a:latin typeface="Open Sans Medium"/>
              <a:ea typeface="Open Sans Medium"/>
              <a:cs typeface="Open Sans Medium"/>
            </a:endParaRPr>
          </a:p>
        </p:txBody>
      </p:sp>
      <p:sp>
        <p:nvSpPr>
          <p:cNvPr id="14" name="Title 1">
            <a:extLst xmlns:a="http://schemas.openxmlformats.org/drawingml/2006/main">
              <a:ext uri="{FF2B5EF4-FFF2-40B4-BE49-F238E27FC236}">
                <a16:creationId xmlns:a16="http://schemas.microsoft.com/office/drawing/2014/main" id="{75CE8861-4B32-D772-8330-230F33A07114}"/>
              </a:ext>
            </a:extLst>
          </p:cNvPr>
          <p:cNvSpPr>
            <a:spLocks xmlns:a="http://schemas.openxmlformats.org/drawingml/2006/main" noGrp="1"/>
          </p:cNvSpPr>
          <p:nvPr/>
        </p:nvSpPr>
        <p:spPr>
          <a:xfrm xmlns:a="http://schemas.openxmlformats.org/drawingml/2006/main">
            <a:off x="5664162" y="1978159"/>
            <a:ext cx="4231364"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algn="just">
              <a:buNone/>
            </a:pPr>
            <a:r>
              <a:rPr sz="2000" b="1">
                <a:solidFill>
                  <a:srgbClr val="0058CB"/>
                </a:solidFill>
                <a:latin typeface="Open Sans Medium"/>
                <a:ea typeface="Open Sans Medium"/>
                <a:cs typeface="Open Sans Medium"/>
              </a:rPr>
              <a:t>Costo Total Consultoría:</a:t>
            </a:r>
            <a:endParaRPr sz="2000" b="1">
              <a:solidFill>
                <a:srgbClr val="0058CB"/>
              </a:solidFill>
              <a:latin typeface="Open Sans Medium"/>
              <a:ea typeface="Open Sans Medium"/>
              <a:cs typeface="Open Sans Medium"/>
            </a:endParaRPr>
          </a:p>
        </p:txBody>
      </p:sp>
    </p:spTree>
    <p:extLst>
      <p:ext uri="{BB962C8B-B14F-4D97-AF65-F5344CB8AC3E}">
        <p14:creationId xmlns:p14="http://schemas.microsoft.com/office/powerpoint/2010/main" val="2864064157"/>
      </p:ext>
    </p:extLst>
  </p:cSld>
</p:sld>
</file>

<file path=ppt/slides/slide3.xml><?xml version="1.0" encoding="utf-8"?>
<p:sld xmlns:p="http://schemas.openxmlformats.org/presentationml/2006/main">
  <p:cSld>
    <p:bg>
      <p:bgPr>
        <a:solidFill xmlns:a="http://schemas.openxmlformats.org/drawingml/2006/main">
          <a:srgbClr val="F2F2F2"/>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68B331F-875A-1C1C-FAF2-8035ACCA12FF}"/>
              </a:ext>
            </a:extLst>
          </p:cNvPr>
          <p:cNvSpPr>
            <a:spLocks xmlns:a="http://schemas.openxmlformats.org/drawingml/2006/main" noGrp="1"/>
          </p:cNvSpPr>
          <p:nvPr/>
        </p:nvSpPr>
        <p:spPr>
          <a:xfrm xmlns:a="http://schemas.openxmlformats.org/drawingml/2006/main">
            <a:off x="414338" y="414338"/>
            <a:ext cx="11344275" cy="1000125"/>
          </a:xfrm>
          <a:prstGeom xmlns:a="http://schemas.openxmlformats.org/drawingml/2006/main" prst="rect">
            <a:avLst/>
          </a:prstGeom>
          <a:solidFill xmlns:a="http://schemas.openxmlformats.org/drawingml/2006/main">
            <a:srgbClr val="0058CB"/>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Aptos"/>
              <a:ea typeface="Aptos"/>
              <a:cs typeface="Aptos"/>
            </a:endParaRPr>
          </a:p>
        </p:txBody>
      </p:sp>
      <p:sp>
        <p:nvSpPr>
          <p:cNvPr id="3" name="Title 1">
            <a:extLst xmlns:a="http://schemas.openxmlformats.org/drawingml/2006/main">
              <a:ext uri="{FF2B5EF4-FFF2-40B4-BE49-F238E27FC236}">
                <a16:creationId xmlns:a16="http://schemas.microsoft.com/office/drawing/2014/main" id="{4EF991C3-7CEA-05A0-1299-C3136C8BB83A}"/>
              </a:ext>
            </a:extLst>
          </p:cNvPr>
          <p:cNvSpPr>
            <a:spLocks xmlns:a="http://schemas.openxmlformats.org/drawingml/2006/main" noGrp="1"/>
          </p:cNvSpPr>
          <p:nvPr>
            <p:ph type="title" idx="0"/>
          </p:nvPr>
        </p:nvSpPr>
        <p:spPr>
          <a:xfrm xmlns:a="http://schemas.openxmlformats.org/drawingml/2006/main">
            <a:off x="423459" y="405372"/>
            <a:ext cx="8853891" cy="1018056"/>
          </a:xfrm>
        </p:spPr>
        <p:txBody>
          <a:bodyPr xmlns:a="http://schemas.openxmlformats.org/drawingml/2006/main">
            <a:noAutofit/>
          </a:bodyPr>
          <a:lstStyle xmlns:a="http://schemas.openxmlformats.org/drawingml/2006/main"/>
          <a:p xmlns:a="http://schemas.openxmlformats.org/drawingml/2006/main">
            <a:r>
              <a:rPr sz="2800" b="1">
                <a:solidFill>
                  <a:schemeClr val="bg1"/>
                </a:solidFill>
                <a:latin typeface="Open Sans Medium"/>
                <a:ea typeface="Open Sans Medium"/>
                <a:cs typeface="Open Sans Medium"/>
              </a:rPr>
              <a:t>Personal Outsourcing – Otras áreas</a:t>
            </a:r>
            <a:endParaRPr sz="2800" b="1">
              <a:solidFill>
                <a:schemeClr val="bg1"/>
              </a:solidFill>
              <a:latin typeface="Open Sans Medium"/>
              <a:ea typeface="Open Sans Medium"/>
              <a:cs typeface="Open Sans Medium"/>
            </a:endParaRPr>
          </a:p>
        </p:txBody>
      </p:sp>
      <p:pic>
        <p:nvPicPr>
          <p:cNvPr id="86" name="Picture 3"/>
          <p:cNvPicPr>
            <a:picLocks xmlns:a="http://schemas.openxmlformats.org/drawingml/2006/main" noChangeAspect="1"/>
          </p:cNvPicPr>
          <p:nvPr/>
        </p:nvPicPr>
        <p:blipFill>
          <a:blip xmlns:r="http://schemas.openxmlformats.org/officeDocument/2006/relationships" xmlns:a="http://schemas.openxmlformats.org/drawingml/2006/main" r:embed="R318b52f283514089"/>
          <a:srcRect xmlns:a="http://schemas.openxmlformats.org/drawingml/2006/main" l="0" t="0" r="0" b="0"/>
          <a:stretch xmlns:a="http://schemas.openxmlformats.org/drawingml/2006/main"/>
        </p:blipFill>
        <p:spPr>
          <a:xfrm xmlns:a="http://schemas.openxmlformats.org/drawingml/2006/main">
            <a:off x="10146215" y="6181724"/>
            <a:ext cx="1612397" cy="366715"/>
          </a:xfrm>
          <a:prstGeom xmlns:a="http://schemas.openxmlformats.org/drawingml/2006/main" prst="rect">
            <a:avLst/>
          </a:prstGeom>
        </p:spPr>
      </p:pic>
      <p:sp>
        <p:nvSpPr>
          <p:cNvPr id="10" name="Title 1">
            <a:extLst xmlns:a="http://schemas.openxmlformats.org/drawingml/2006/main">
              <a:ext uri="{FF2B5EF4-FFF2-40B4-BE49-F238E27FC236}">
                <a16:creationId xmlns:a16="http://schemas.microsoft.com/office/drawing/2014/main" id="{B68459E0-A70B-AE80-20A5-3BE1EE978489}"/>
              </a:ext>
            </a:extLst>
          </p:cNvPr>
          <p:cNvSpPr>
            <a:spLocks xmlns:a="http://schemas.openxmlformats.org/drawingml/2006/main" noGrp="1"/>
          </p:cNvSpPr>
          <p:nvPr/>
        </p:nvSpPr>
        <p:spPr>
          <a:xfrm xmlns:a="http://schemas.openxmlformats.org/drawingml/2006/main">
            <a:off x="4538070" y="1478276"/>
            <a:ext cx="783145"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l" defTabSz="914400">
              <a:lnSpc>
                <a:spcPct val="100000"/>
              </a:lnSpc>
              <a:spcBef>
                <a:spcPct val="0"/>
              </a:spcBef>
              <a:spcAft>
                <a:spcPts val="0"/>
              </a:spcAft>
              <a:buClrTx/>
              <a:buSzTx/>
              <a:buFontTx/>
              <a:buNone/>
            </a:pPr>
            <a:r>
              <a:rPr sz="2400" b="0" i="0" u="none" cap="none" spc="0">
                <a:ln>
                  <a:noFill/>
                </a:ln>
                <a:solidFill>
                  <a:srgbClr val="003B70"/>
                </a:solidFill>
                <a:latin typeface="Open Sans Medium"/>
                <a:ea typeface="Open Sans Medium"/>
                <a:cs typeface="Open Sans Medium"/>
              </a:rPr>
              <a:t>656</a:t>
            </a:r>
          </a:p>
        </p:txBody>
      </p:sp>
      <p:sp>
        <p:nvSpPr>
          <p:cNvPr id="12" name="Title 1">
            <a:extLst xmlns:a="http://schemas.openxmlformats.org/drawingml/2006/main">
              <a:ext uri="{FF2B5EF4-FFF2-40B4-BE49-F238E27FC236}">
                <a16:creationId xmlns:a16="http://schemas.microsoft.com/office/drawing/2014/main" id="{B16900E1-B12B-9B38-2B85-35CBF4FCE0A5}"/>
              </a:ext>
            </a:extLst>
          </p:cNvPr>
          <p:cNvSpPr>
            <a:spLocks xmlns:a="http://schemas.openxmlformats.org/drawingml/2006/main" noGrp="1"/>
          </p:cNvSpPr>
          <p:nvPr/>
        </p:nvSpPr>
        <p:spPr>
          <a:xfrm xmlns:a="http://schemas.openxmlformats.org/drawingml/2006/main">
            <a:off x="392431" y="1425709"/>
            <a:ext cx="4231364"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just" defTabSz="914400">
              <a:lnSpc>
                <a:spcPct val="90000"/>
              </a:lnSpc>
              <a:spcBef>
                <a:spcPct val="0"/>
              </a:spcBef>
              <a:spcAft>
                <a:spcPts val="0"/>
              </a:spcAft>
              <a:buClrTx/>
              <a:buSzTx/>
              <a:buFontTx/>
              <a:buNone/>
            </a:pPr>
            <a:r>
              <a:rPr sz="2000" b="1" i="0" u="none" cap="none" spc="0">
                <a:ln>
                  <a:noFill/>
                </a:ln>
                <a:solidFill>
                  <a:srgbClr val="0058CB"/>
                </a:solidFill>
                <a:latin typeface="Open Sans Medium"/>
                <a:ea typeface="Open Sans Medium"/>
                <a:cs typeface="Open Sans Medium"/>
              </a:rPr>
              <a:t>Total Personal Tercerizado:</a:t>
            </a:r>
            <a:endParaRPr sz="2000" b="1" i="0" u="none" kern="1200" cap="none" spc="0" baseline="0">
              <a:ln>
                <a:noFill/>
              </a:ln>
              <a:solidFill>
                <a:srgbClr val="0058CB"/>
              </a:solidFill>
              <a:latin typeface="Open Sans Medium"/>
              <a:ea typeface="Open Sans Medium"/>
              <a:cs typeface="Open Sans Medium"/>
            </a:endParaRPr>
          </a:p>
        </p:txBody>
      </p:sp>
      <p:sp>
        <p:nvSpPr>
          <p:cNvPr id="15" name="Title 1">
            <a:extLst xmlns:a="http://schemas.openxmlformats.org/drawingml/2006/main">
              <a:ext uri="{FF2B5EF4-FFF2-40B4-BE49-F238E27FC236}">
                <a16:creationId xmlns:a16="http://schemas.microsoft.com/office/drawing/2014/main" id="{F33C061D-7122-EC2D-9C1D-6DEB4175C845}"/>
              </a:ext>
            </a:extLst>
          </p:cNvPr>
          <p:cNvSpPr>
            <a:spLocks xmlns:a="http://schemas.openxmlformats.org/drawingml/2006/main" noGrp="1"/>
          </p:cNvSpPr>
          <p:nvPr/>
        </p:nvSpPr>
        <p:spPr>
          <a:xfrm xmlns:a="http://schemas.openxmlformats.org/drawingml/2006/main">
            <a:off x="9781985" y="1479886"/>
            <a:ext cx="2152840"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l" defTabSz="914400">
              <a:lnSpc>
                <a:spcPct val="100000"/>
              </a:lnSpc>
              <a:spcBef>
                <a:spcPct val="0"/>
              </a:spcBef>
              <a:spcAft>
                <a:spcPts val="0"/>
              </a:spcAft>
              <a:buClrTx/>
              <a:buSzTx/>
              <a:buFontTx/>
              <a:buNone/>
            </a:pPr>
            <a:endParaRPr sz="2400" b="0" i="0" u="none" kern="1200" cap="none" spc="0" baseline="0">
              <a:ln>
                <a:noFill/>
              </a:ln>
              <a:solidFill>
                <a:srgbClr val="003B70"/>
              </a:solidFill>
              <a:latin typeface="Open Sans Medium"/>
              <a:ea typeface="Open Sans Medium"/>
              <a:cs typeface="Open Sans Medium"/>
            </a:endParaRPr>
          </a:p>
          <a:p xmlns:a="http://schemas.openxmlformats.org/drawingml/2006/main">
            <a:pPr marL="0" marR="0" lvl="0" indent="0" algn="l" defTabSz="914400">
              <a:lnSpc>
                <a:spcPct val="100000"/>
              </a:lnSpc>
              <a:spcBef>
                <a:spcPct val="0"/>
              </a:spcBef>
              <a:spcAft>
                <a:spcPts val="0"/>
              </a:spcAft>
              <a:buClrTx/>
              <a:buSzTx/>
              <a:buFontTx/>
              <a:buNone/>
            </a:pPr>
            <a:r>
              <a:rPr sz="2400" b="0" i="0" u="none" cap="none" spc="0">
                <a:ln>
                  <a:noFill/>
                </a:ln>
                <a:solidFill>
                  <a:srgbClr val="003B70"/>
                </a:solidFill>
                <a:latin typeface="Open Sans Medium"/>
                <a:ea typeface="Open Sans Medium"/>
                <a:cs typeface="Open Sans Medium"/>
              </a:rPr>
              <a:t>$1,475,216.87</a:t>
            </a:r>
          </a:p>
          <a:p xmlns:a="http://schemas.openxmlformats.org/drawingml/2006/main">
            <a:pPr marL="0" marR="0" lvl="0" indent="0" algn="l" defTabSz="914400">
              <a:lnSpc>
                <a:spcPct val="100000"/>
              </a:lnSpc>
              <a:spcBef>
                <a:spcPct val="0"/>
              </a:spcBef>
              <a:spcAft>
                <a:spcPts val="0"/>
              </a:spcAft>
              <a:buClrTx/>
              <a:buSzTx/>
              <a:buFontTx/>
              <a:buNone/>
            </a:pPr>
            <a:endParaRPr sz="2400" b="0" i="0" u="none" kern="1200" cap="none" spc="0" baseline="0">
              <a:ln>
                <a:noFill/>
              </a:ln>
              <a:solidFill>
                <a:srgbClr val="003B70"/>
              </a:solidFill>
              <a:latin typeface="Open Sans Medium"/>
              <a:ea typeface="Open Sans Medium"/>
              <a:cs typeface="Open Sans Medium"/>
            </a:endParaRPr>
          </a:p>
        </p:txBody>
      </p:sp>
      <p:sp>
        <p:nvSpPr>
          <p:cNvPr id="17" name="Title 1">
            <a:extLst xmlns:a="http://schemas.openxmlformats.org/drawingml/2006/main">
              <a:ext uri="{FF2B5EF4-FFF2-40B4-BE49-F238E27FC236}">
                <a16:creationId xmlns:a16="http://schemas.microsoft.com/office/drawing/2014/main" id="{5E90CDB9-C4DF-4B7E-25CE-CF1B0828891E}"/>
              </a:ext>
            </a:extLst>
          </p:cNvPr>
          <p:cNvSpPr>
            <a:spLocks xmlns:a="http://schemas.openxmlformats.org/drawingml/2006/main" noGrp="1"/>
          </p:cNvSpPr>
          <p:nvPr/>
        </p:nvSpPr>
        <p:spPr>
          <a:xfrm xmlns:a="http://schemas.openxmlformats.org/drawingml/2006/main">
            <a:off x="5664162" y="1425709"/>
            <a:ext cx="4231364"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just" defTabSz="914400">
              <a:lnSpc>
                <a:spcPct val="90000"/>
              </a:lnSpc>
              <a:spcBef>
                <a:spcPct val="0"/>
              </a:spcBef>
              <a:spcAft>
                <a:spcPts val="0"/>
              </a:spcAft>
              <a:buClrTx/>
              <a:buSzTx/>
              <a:buFontTx/>
              <a:buNone/>
            </a:pPr>
            <a:r>
              <a:rPr sz="2000" b="1" i="0" u="none" cap="none" spc="0">
                <a:ln>
                  <a:noFill/>
                </a:ln>
                <a:solidFill>
                  <a:srgbClr val="0058CB"/>
                </a:solidFill>
                <a:latin typeface="Open Sans Medium"/>
                <a:ea typeface="Open Sans Medium"/>
                <a:cs typeface="Open Sans Medium"/>
              </a:rPr>
              <a:t>Costo Total Personal Tercerizado:</a:t>
            </a:r>
            <a:endParaRPr sz="2000" b="1" i="0" u="none" kern="1200" cap="none" spc="0" baseline="0">
              <a:ln>
                <a:noFill/>
              </a:ln>
              <a:solidFill>
                <a:srgbClr val="0058CB"/>
              </a:solidFill>
              <a:latin typeface="Open Sans Medium"/>
              <a:ea typeface="Open Sans Medium"/>
              <a:cs typeface="Open Sans Medium"/>
            </a:endParaRPr>
          </a:p>
        </p:txBody>
      </p:sp>
      <p:sp>
        <p:nvSpPr>
          <p:cNvPr id="19" name="Title 1">
            <a:extLst xmlns:a="http://schemas.openxmlformats.org/drawingml/2006/main">
              <a:ext uri="{FF2B5EF4-FFF2-40B4-BE49-F238E27FC236}">
                <a16:creationId xmlns:a16="http://schemas.microsoft.com/office/drawing/2014/main" id="{C65E70E2-535F-44EE-EAB1-5B322D0ED93C}"/>
              </a:ext>
            </a:extLst>
          </p:cNvPr>
          <p:cNvSpPr>
            <a:spLocks xmlns:a="http://schemas.openxmlformats.org/drawingml/2006/main" noGrp="1"/>
          </p:cNvSpPr>
          <p:nvPr/>
        </p:nvSpPr>
        <p:spPr>
          <a:xfrm xmlns:a="http://schemas.openxmlformats.org/drawingml/2006/main">
            <a:off x="4762500" y="3803809"/>
            <a:ext cx="685800" cy="509302"/>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ctr" defTabSz="914400">
              <a:lnSpc>
                <a:spcPct val="100000"/>
              </a:lnSpc>
              <a:spcBef>
                <a:spcPct val="0"/>
              </a:spcBef>
              <a:spcAft>
                <a:spcPts val="0"/>
              </a:spcAft>
              <a:buClrTx/>
              <a:buSzTx/>
              <a:buFontTx/>
              <a:buNone/>
            </a:pPr>
            <a:endParaRPr sz="2000" b="0" i="0" u="none" kern="1200" cap="none" spc="0" baseline="0">
              <a:ln>
                <a:noFill/>
              </a:ln>
              <a:solidFill>
                <a:srgbClr val="003B70"/>
              </a:solidFill>
              <a:latin typeface="Open Sans Medium"/>
              <a:ea typeface="Open Sans Medium"/>
              <a:cs typeface="Open Sans Medium"/>
            </a:endParaRPr>
          </a:p>
          <a:p xmlns:a="http://schemas.openxmlformats.org/drawingml/2006/main">
            <a:pPr marL="0" marR="0" lvl="0" indent="0" algn="ctr" defTabSz="914400">
              <a:lnSpc>
                <a:spcPct val="100000"/>
              </a:lnSpc>
              <a:spcBef>
                <a:spcPct val="0"/>
              </a:spcBef>
              <a:spcAft>
                <a:spcPts val="0"/>
              </a:spcAft>
              <a:buClrTx/>
              <a:buSzTx/>
              <a:buFontTx/>
              <a:buNone/>
            </a:pPr>
            <a:r>
              <a:rPr sz="2000" b="0" i="0" u="none" cap="none" spc="0">
                <a:ln>
                  <a:noFill/>
                </a:ln>
                <a:solidFill>
                  <a:srgbClr val="003B70"/>
                </a:solidFill>
                <a:latin typeface="Open Sans Medium"/>
                <a:ea typeface="Open Sans Medium"/>
                <a:cs typeface="Open Sans Medium"/>
              </a:rPr>
              <a:t>184</a:t>
            </a:r>
          </a:p>
          <a:p xmlns:a="http://schemas.openxmlformats.org/drawingml/2006/main">
            <a:pPr marL="0" marR="0" lvl="0" indent="0" algn="ctr" defTabSz="914400">
              <a:lnSpc>
                <a:spcPct val="100000"/>
              </a:lnSpc>
              <a:spcBef>
                <a:spcPct val="0"/>
              </a:spcBef>
              <a:spcAft>
                <a:spcPts val="0"/>
              </a:spcAft>
              <a:buClrTx/>
              <a:buSzTx/>
              <a:buFontTx/>
              <a:buNone/>
            </a:pPr>
            <a:endParaRPr sz="2000" b="0" i="0" u="none" kern="1200" cap="none" spc="0" baseline="0">
              <a:ln>
                <a:noFill/>
              </a:ln>
              <a:solidFill>
                <a:srgbClr val="003B70"/>
              </a:solidFill>
              <a:latin typeface="Open Sans Medium"/>
              <a:ea typeface="Open Sans Medium"/>
              <a:cs typeface="Open Sans Medium"/>
            </a:endParaRPr>
          </a:p>
        </p:txBody>
      </p:sp>
      <p:sp>
        <p:nvSpPr>
          <p:cNvPr id="21" name="Title 1">
            <a:extLst xmlns:a="http://schemas.openxmlformats.org/drawingml/2006/main">
              <a:ext uri="{FF2B5EF4-FFF2-40B4-BE49-F238E27FC236}">
                <a16:creationId xmlns:a16="http://schemas.microsoft.com/office/drawing/2014/main" id="{DA374E74-218F-64E5-5A54-60CD16DECC66}"/>
              </a:ext>
            </a:extLst>
          </p:cNvPr>
          <p:cNvSpPr>
            <a:spLocks xmlns:a="http://schemas.openxmlformats.org/drawingml/2006/main" noGrp="1"/>
          </p:cNvSpPr>
          <p:nvPr/>
        </p:nvSpPr>
        <p:spPr>
          <a:xfrm xmlns:a="http://schemas.openxmlformats.org/drawingml/2006/main">
            <a:off x="278416" y="3756184"/>
            <a:ext cx="4381500" cy="523875"/>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just" defTabSz="914400">
              <a:lnSpc>
                <a:spcPct val="90000"/>
              </a:lnSpc>
              <a:spcBef>
                <a:spcPct val="0"/>
              </a:spcBef>
              <a:spcAft>
                <a:spcPts val="0"/>
              </a:spcAft>
              <a:buClrTx/>
              <a:buSzTx/>
              <a:buFontTx/>
              <a:buNone/>
            </a:pPr>
            <a:r>
              <a:rPr sz="1500" b="1" i="0" u="none" cap="none" spc="0">
                <a:ln>
                  <a:noFill/>
                </a:ln>
                <a:solidFill>
                  <a:srgbClr val="0058CB"/>
                </a:solidFill>
                <a:latin typeface="Open Sans Medium"/>
                <a:ea typeface="Open Sans Medium"/>
                <a:cs typeface="Open Sans Medium"/>
              </a:rPr>
              <a:t>Servicios generales:</a:t>
            </a:r>
            <a:endParaRPr sz="1500" b="1" i="0" u="none" kern="1200" cap="none" spc="0" baseline="0">
              <a:ln>
                <a:noFill/>
              </a:ln>
              <a:solidFill>
                <a:srgbClr val="0058CB"/>
              </a:solidFill>
              <a:latin typeface="Open Sans Medium"/>
              <a:ea typeface="Open Sans Medium"/>
              <a:cs typeface="Open Sans Medium"/>
            </a:endParaRPr>
          </a:p>
        </p:txBody>
      </p:sp>
      <p:sp>
        <p:nvSpPr>
          <p:cNvPr id="23" name="Title 1">
            <a:extLst xmlns:a="http://schemas.openxmlformats.org/drawingml/2006/main">
              <a:ext uri="{FF2B5EF4-FFF2-40B4-BE49-F238E27FC236}">
                <a16:creationId xmlns:a16="http://schemas.microsoft.com/office/drawing/2014/main" id="{5BFEBA9A-04D5-33A9-FBFA-C2C9E6462DCA}"/>
              </a:ext>
            </a:extLst>
          </p:cNvPr>
          <p:cNvSpPr>
            <a:spLocks xmlns:a="http://schemas.openxmlformats.org/drawingml/2006/main" noGrp="1"/>
          </p:cNvSpPr>
          <p:nvPr/>
        </p:nvSpPr>
        <p:spPr>
          <a:xfrm xmlns:a="http://schemas.openxmlformats.org/drawingml/2006/main">
            <a:off x="4762500" y="4288631"/>
            <a:ext cx="685800" cy="509302"/>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l" defTabSz="914400">
              <a:lnSpc>
                <a:spcPct val="100000"/>
              </a:lnSpc>
              <a:spcBef>
                <a:spcPct val="0"/>
              </a:spcBef>
              <a:spcAft>
                <a:spcPts val="0"/>
              </a:spcAft>
              <a:buClrTx/>
              <a:buSzTx/>
              <a:buFontTx/>
              <a:buNone/>
            </a:pPr>
            <a:endParaRPr sz="2000" b="0" i="0" u="none" kern="1200" cap="none" spc="0" baseline="0">
              <a:ln>
                <a:noFill/>
              </a:ln>
              <a:solidFill>
                <a:srgbClr val="003B70"/>
              </a:solidFill>
              <a:latin typeface="Open Sans Medium"/>
              <a:ea typeface="Open Sans Medium"/>
              <a:cs typeface="Open Sans Medium"/>
            </a:endParaRPr>
          </a:p>
          <a:p xmlns:a="http://schemas.openxmlformats.org/drawingml/2006/main">
            <a:pPr marL="0" marR="0" lvl="0" indent="0" algn="l" defTabSz="914400">
              <a:lnSpc>
                <a:spcPct val="100000"/>
              </a:lnSpc>
              <a:spcBef>
                <a:spcPct val="0"/>
              </a:spcBef>
              <a:spcAft>
                <a:spcPts val="0"/>
              </a:spcAft>
              <a:buClrTx/>
              <a:buSzTx/>
              <a:buFontTx/>
              <a:buNone/>
            </a:pPr>
            <a:r>
              <a:rPr sz="2000" b="0" i="0" u="none" cap="none" spc="0">
                <a:ln>
                  <a:noFill/>
                </a:ln>
                <a:solidFill>
                  <a:srgbClr val="003B70"/>
                </a:solidFill>
                <a:latin typeface="Open Sans Medium"/>
                <a:ea typeface="Open Sans Medium"/>
                <a:cs typeface="Open Sans Medium"/>
              </a:rPr>
              <a:t>146</a:t>
            </a:r>
          </a:p>
          <a:p xmlns:a="http://schemas.openxmlformats.org/drawingml/2006/main">
            <a:pPr marL="285750" marR="0" lvl="0" indent="-285750" algn="l" defTabSz="914400">
              <a:lnSpc>
                <a:spcPct val="100000"/>
              </a:lnSpc>
              <a:spcBef>
                <a:spcPct val="0"/>
              </a:spcBef>
              <a:spcAft>
                <a:spcPts val="0"/>
              </a:spcAft>
              <a:buClrTx/>
              <a:buSzTx/>
              <a:buFont typeface="Arial"/>
              <a:buChar char="•"/>
            </a:pPr>
            <a:endParaRPr sz="2000" b="0" i="0" u="none" kern="1200" cap="none" spc="0" baseline="0">
              <a:ln>
                <a:noFill/>
              </a:ln>
              <a:solidFill>
                <a:srgbClr val="003B70"/>
              </a:solidFill>
              <a:latin typeface="Open Sans Medium"/>
              <a:ea typeface="Open Sans Medium"/>
              <a:cs typeface="Open Sans Medium"/>
            </a:endParaRPr>
          </a:p>
        </p:txBody>
      </p:sp>
      <p:sp>
        <p:nvSpPr>
          <p:cNvPr id="25" name="Title 1">
            <a:extLst xmlns:a="http://schemas.openxmlformats.org/drawingml/2006/main">
              <a:ext uri="{FF2B5EF4-FFF2-40B4-BE49-F238E27FC236}">
                <a16:creationId xmlns:a16="http://schemas.microsoft.com/office/drawing/2014/main" id="{2446F313-CA7B-D0DB-3E1E-562CE49C31F5}"/>
              </a:ext>
            </a:extLst>
          </p:cNvPr>
          <p:cNvSpPr>
            <a:spLocks xmlns:a="http://schemas.openxmlformats.org/drawingml/2006/main" noGrp="1"/>
          </p:cNvSpPr>
          <p:nvPr/>
        </p:nvSpPr>
        <p:spPr>
          <a:xfrm xmlns:a="http://schemas.openxmlformats.org/drawingml/2006/main">
            <a:off x="278416" y="4241006"/>
            <a:ext cx="4381500" cy="523875"/>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just" defTabSz="914400">
              <a:lnSpc>
                <a:spcPct val="90000"/>
              </a:lnSpc>
              <a:spcBef>
                <a:spcPct val="0"/>
              </a:spcBef>
              <a:spcAft>
                <a:spcPts val="0"/>
              </a:spcAft>
              <a:buClrTx/>
              <a:buSzTx/>
              <a:buFontTx/>
              <a:buNone/>
            </a:pPr>
            <a:r>
              <a:rPr sz="1500" b="1" i="0" u="none" cap="none" spc="0">
                <a:ln>
                  <a:noFill/>
                </a:ln>
                <a:solidFill>
                  <a:srgbClr val="0058CB"/>
                </a:solidFill>
                <a:latin typeface="Open Sans Medium"/>
                <a:ea typeface="Open Sans Medium"/>
                <a:cs typeface="Open Sans Medium"/>
              </a:rPr>
              <a:t>Atención y gestión telefónica:</a:t>
            </a:r>
            <a:endParaRPr sz="1500" b="1" i="0" u="none" kern="1200" cap="none" spc="0" baseline="0">
              <a:ln>
                <a:noFill/>
              </a:ln>
              <a:solidFill>
                <a:srgbClr val="0058CB"/>
              </a:solidFill>
              <a:latin typeface="Open Sans Medium"/>
              <a:ea typeface="Open Sans Medium"/>
              <a:cs typeface="Open Sans Medium"/>
            </a:endParaRPr>
          </a:p>
        </p:txBody>
      </p:sp>
      <p:sp>
        <p:nvSpPr>
          <p:cNvPr id="27" name="Title 1">
            <a:extLst xmlns:a="http://schemas.openxmlformats.org/drawingml/2006/main">
              <a:ext uri="{FF2B5EF4-FFF2-40B4-BE49-F238E27FC236}">
                <a16:creationId xmlns:a16="http://schemas.microsoft.com/office/drawing/2014/main" id="{4770643E-D6C1-0C52-9D30-C773BAABC71D}"/>
              </a:ext>
            </a:extLst>
          </p:cNvPr>
          <p:cNvSpPr>
            <a:spLocks xmlns:a="http://schemas.openxmlformats.org/drawingml/2006/main" noGrp="1"/>
          </p:cNvSpPr>
          <p:nvPr/>
        </p:nvSpPr>
        <p:spPr>
          <a:xfrm xmlns:a="http://schemas.openxmlformats.org/drawingml/2006/main">
            <a:off x="4762500" y="4773454"/>
            <a:ext cx="685800" cy="509302"/>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ctr" defTabSz="914400">
              <a:lnSpc>
                <a:spcPct val="100000"/>
              </a:lnSpc>
              <a:spcBef>
                <a:spcPct val="0"/>
              </a:spcBef>
              <a:spcAft>
                <a:spcPts val="0"/>
              </a:spcAft>
              <a:buClrTx/>
              <a:buSzTx/>
              <a:buFontTx/>
              <a:buNone/>
            </a:pPr>
            <a:endParaRPr sz="2000" b="0" i="0" u="none" kern="1200" cap="none" spc="0" baseline="0">
              <a:ln>
                <a:noFill/>
              </a:ln>
              <a:solidFill>
                <a:srgbClr val="003B70"/>
              </a:solidFill>
              <a:latin typeface="Open Sans Medium"/>
              <a:ea typeface="Open Sans Medium"/>
              <a:cs typeface="Open Sans Medium"/>
            </a:endParaRPr>
          </a:p>
          <a:p xmlns:a="http://schemas.openxmlformats.org/drawingml/2006/main">
            <a:pPr marL="0" marR="0" lvl="0" indent="0" algn="ctr" defTabSz="914400">
              <a:lnSpc>
                <a:spcPct val="100000"/>
              </a:lnSpc>
              <a:spcBef>
                <a:spcPct val="0"/>
              </a:spcBef>
              <a:spcAft>
                <a:spcPts val="0"/>
              </a:spcAft>
              <a:buClrTx/>
              <a:buSzTx/>
              <a:buFontTx/>
              <a:buNone/>
            </a:pPr>
            <a:r>
              <a:rPr sz="2000" b="0" i="0" u="none" cap="none" spc="0">
                <a:ln>
                  <a:noFill/>
                </a:ln>
                <a:solidFill>
                  <a:srgbClr val="003B70"/>
                </a:solidFill>
                <a:latin typeface="Open Sans Medium"/>
                <a:ea typeface="Open Sans Medium"/>
                <a:cs typeface="Open Sans Medium"/>
              </a:rPr>
              <a:t>116</a:t>
            </a:r>
          </a:p>
          <a:p xmlns:a="http://schemas.openxmlformats.org/drawingml/2006/main">
            <a:pPr marL="285750" marR="0" lvl="0" indent="-285750" algn="ctr" defTabSz="914400">
              <a:lnSpc>
                <a:spcPct val="100000"/>
              </a:lnSpc>
              <a:spcBef>
                <a:spcPct val="0"/>
              </a:spcBef>
              <a:spcAft>
                <a:spcPts val="0"/>
              </a:spcAft>
              <a:buClrTx/>
              <a:buSzTx/>
              <a:buFont typeface="Arial"/>
              <a:buChar char="•"/>
            </a:pPr>
            <a:endParaRPr sz="2000" b="0" i="0" u="none" kern="1200" cap="none" spc="0" baseline="0">
              <a:ln>
                <a:noFill/>
              </a:ln>
              <a:solidFill>
                <a:srgbClr val="003B70"/>
              </a:solidFill>
              <a:latin typeface="Open Sans Medium"/>
              <a:ea typeface="Open Sans Medium"/>
              <a:cs typeface="Open Sans Medium"/>
            </a:endParaRPr>
          </a:p>
        </p:txBody>
      </p:sp>
      <p:sp>
        <p:nvSpPr>
          <p:cNvPr id="29" name="Title 1">
            <a:extLst xmlns:a="http://schemas.openxmlformats.org/drawingml/2006/main">
              <a:ext uri="{FF2B5EF4-FFF2-40B4-BE49-F238E27FC236}">
                <a16:creationId xmlns:a16="http://schemas.microsoft.com/office/drawing/2014/main" id="{65898A58-1E48-5023-0CF3-DFB8D21AB7A0}"/>
              </a:ext>
            </a:extLst>
          </p:cNvPr>
          <p:cNvSpPr>
            <a:spLocks xmlns:a="http://schemas.openxmlformats.org/drawingml/2006/main" noGrp="1"/>
          </p:cNvSpPr>
          <p:nvPr/>
        </p:nvSpPr>
        <p:spPr>
          <a:xfrm xmlns:a="http://schemas.openxmlformats.org/drawingml/2006/main">
            <a:off x="278416" y="4725829"/>
            <a:ext cx="4381500" cy="523875"/>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just" defTabSz="914400">
              <a:lnSpc>
                <a:spcPct val="90000"/>
              </a:lnSpc>
              <a:spcBef>
                <a:spcPct val="0"/>
              </a:spcBef>
              <a:spcAft>
                <a:spcPts val="0"/>
              </a:spcAft>
              <a:buClrTx/>
              <a:buSzTx/>
              <a:buFontTx/>
              <a:buNone/>
            </a:pPr>
            <a:r>
              <a:rPr sz="1500" b="1" i="0" u="none" cap="none" spc="0">
                <a:ln>
                  <a:noFill/>
                </a:ln>
                <a:solidFill>
                  <a:srgbClr val="0058CB"/>
                </a:solidFill>
                <a:latin typeface="Open Sans Medium"/>
                <a:ea typeface="Open Sans Medium"/>
                <a:cs typeface="Open Sans Medium"/>
              </a:rPr>
              <a:t>Ventas y mercadeo:</a:t>
            </a:r>
            <a:endParaRPr sz="1500" b="1" i="0" u="none" kern="1200" cap="none" spc="0" baseline="0">
              <a:ln>
                <a:noFill/>
              </a:ln>
              <a:solidFill>
                <a:srgbClr val="0058CB"/>
              </a:solidFill>
              <a:latin typeface="Open Sans Medium"/>
              <a:ea typeface="Open Sans Medium"/>
              <a:cs typeface="Open Sans Medium"/>
            </a:endParaRPr>
          </a:p>
        </p:txBody>
      </p:sp>
      <p:sp>
        <p:nvSpPr>
          <p:cNvPr id="33" name="Title 1">
            <a:extLst xmlns:a="http://schemas.openxmlformats.org/drawingml/2006/main">
              <a:ext uri="{FF2B5EF4-FFF2-40B4-BE49-F238E27FC236}">
                <a16:creationId xmlns:a16="http://schemas.microsoft.com/office/drawing/2014/main" id="{57779953-07C8-20D3-D945-4C8654BE73EA}"/>
              </a:ext>
            </a:extLst>
          </p:cNvPr>
          <p:cNvSpPr>
            <a:spLocks xmlns:a="http://schemas.openxmlformats.org/drawingml/2006/main" noGrp="1"/>
          </p:cNvSpPr>
          <p:nvPr/>
        </p:nvSpPr>
        <p:spPr>
          <a:xfrm xmlns:a="http://schemas.openxmlformats.org/drawingml/2006/main">
            <a:off x="6498050" y="3756184"/>
            <a:ext cx="4381500" cy="523875"/>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just" defTabSz="914400">
              <a:lnSpc>
                <a:spcPct val="90000"/>
              </a:lnSpc>
              <a:spcBef>
                <a:spcPct val="0"/>
              </a:spcBef>
              <a:spcAft>
                <a:spcPts val="0"/>
              </a:spcAft>
              <a:buClrTx/>
              <a:buSzTx/>
              <a:buFontTx/>
              <a:buNone/>
            </a:pPr>
            <a:r>
              <a:rPr sz="1500" b="1" i="0" u="none" cap="none" spc="0">
                <a:ln>
                  <a:noFill/>
                </a:ln>
                <a:solidFill>
                  <a:srgbClr val="0058CB"/>
                </a:solidFill>
                <a:latin typeface="Open Sans Medium"/>
                <a:ea typeface="Open Sans Medium"/>
                <a:cs typeface="Open Sans Medium"/>
              </a:rPr>
              <a:t>Administración y otras áreas:</a:t>
            </a:r>
            <a:endParaRPr sz="1500" b="1" i="0" u="none" kern="1200" cap="none" spc="0" baseline="0">
              <a:ln>
                <a:noFill/>
              </a:ln>
              <a:solidFill>
                <a:srgbClr val="0058CB"/>
              </a:solidFill>
              <a:latin typeface="Open Sans Medium"/>
              <a:ea typeface="Open Sans Medium"/>
              <a:cs typeface="Open Sans Medium"/>
            </a:endParaRPr>
          </a:p>
        </p:txBody>
      </p:sp>
      <p:sp>
        <p:nvSpPr>
          <p:cNvPr id="34" name="Rectángulo 33">
            <a:extLst xmlns:a="http://schemas.openxmlformats.org/drawingml/2006/main">
              <a:ext uri="{FF2B5EF4-FFF2-40B4-BE49-F238E27FC236}">
                <a16:creationId xmlns:a16="http://schemas.microsoft.com/office/drawing/2014/main" id="{FA02A889-33E7-1C97-EA51-43B638281FF6}"/>
              </a:ext>
            </a:extLst>
          </p:cNvPr>
          <p:cNvSpPr>
            <a:spLocks xmlns:a="http://schemas.openxmlformats.org/drawingml/2006/main" noGrp="1"/>
          </p:cNvSpPr>
          <p:nvPr/>
        </p:nvSpPr>
        <p:spPr>
          <a:xfrm xmlns:a="http://schemas.openxmlformats.org/drawingml/2006/main">
            <a:off x="208599" y="1429512"/>
            <a:ext cx="11764326" cy="1760219"/>
          </a:xfrm>
          <a:prstGeom xmlns:a="http://schemas.openxmlformats.org/drawingml/2006/main" prst="rect">
            <a:avLst/>
          </a:prstGeom>
          <a:solidFill xmlns:a="http://schemas.openxmlformats.org/drawingml/2006/main">
            <a:schemeClr val="bg1">
              <a:lumMod val="65000"/>
              <a:alpha val="20000"/>
            </a:schemeClr>
          </a:solidFill>
          <a:ln xmlns:a="http://schemas.openxmlformats.org/drawingml/2006/main">
            <a:solidFill>
              <a:schemeClr val="bg1">
                <a:lumMod val="65000"/>
                <a:alpha val="20000"/>
              </a:schemeClr>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endParaRPr sz="1800" b="0" i="0" u="none" kern="1200" cap="none" spc="0" baseline="0">
              <a:ln>
                <a:noFill/>
              </a:ln>
              <a:solidFill>
                <a:prstClr val="white"/>
              </a:solidFill>
              <a:latin typeface="Aptos"/>
              <a:ea typeface="Aptos"/>
              <a:cs typeface="Aptos"/>
            </a:endParaRPr>
          </a:p>
        </p:txBody>
      </p:sp>
      <p:sp>
        <p:nvSpPr>
          <p:cNvPr id="36" name="Title 1">
            <a:extLst xmlns:a="http://schemas.openxmlformats.org/drawingml/2006/main">
              <a:ext uri="{FF2B5EF4-FFF2-40B4-BE49-F238E27FC236}">
                <a16:creationId xmlns:a16="http://schemas.microsoft.com/office/drawing/2014/main" id="{94CBD34C-B940-3AB3-9F49-5C57E4F90DF3}"/>
              </a:ext>
            </a:extLst>
          </p:cNvPr>
          <p:cNvSpPr>
            <a:spLocks xmlns:a="http://schemas.openxmlformats.org/drawingml/2006/main" noGrp="1"/>
          </p:cNvSpPr>
          <p:nvPr/>
        </p:nvSpPr>
        <p:spPr>
          <a:xfrm xmlns:a="http://schemas.openxmlformats.org/drawingml/2006/main">
            <a:off x="11049000" y="3803809"/>
            <a:ext cx="685800" cy="509302"/>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ctr" defTabSz="914400">
              <a:lnSpc>
                <a:spcPct val="100000"/>
              </a:lnSpc>
              <a:spcBef>
                <a:spcPct val="0"/>
              </a:spcBef>
              <a:spcAft>
                <a:spcPts val="0"/>
              </a:spcAft>
              <a:buClrTx/>
              <a:buSzTx/>
              <a:buFontTx/>
              <a:buNone/>
            </a:pPr>
            <a:endParaRPr sz="2000" b="0" i="0" u="none" kern="1200" cap="none" spc="0" baseline="0">
              <a:ln>
                <a:noFill/>
              </a:ln>
              <a:solidFill>
                <a:srgbClr val="003B70"/>
              </a:solidFill>
              <a:latin typeface="Open Sans Medium"/>
              <a:ea typeface="Open Sans Medium"/>
              <a:cs typeface="Open Sans Medium"/>
            </a:endParaRPr>
          </a:p>
          <a:p xmlns:a="http://schemas.openxmlformats.org/drawingml/2006/main">
            <a:pPr marL="0" marR="0" lvl="0" indent="0" algn="ctr" defTabSz="914400">
              <a:lnSpc>
                <a:spcPct val="100000"/>
              </a:lnSpc>
              <a:spcBef>
                <a:spcPct val="0"/>
              </a:spcBef>
              <a:spcAft>
                <a:spcPts val="0"/>
              </a:spcAft>
              <a:buClrTx/>
              <a:buSzTx/>
              <a:buFontTx/>
              <a:buNone/>
            </a:pPr>
            <a:r>
              <a:rPr sz="2000" b="0" i="0" u="none" cap="none" spc="0">
                <a:ln>
                  <a:noFill/>
                </a:ln>
                <a:solidFill>
                  <a:srgbClr val="003B70"/>
                </a:solidFill>
                <a:latin typeface="Open Sans Medium"/>
                <a:ea typeface="Open Sans Medium"/>
                <a:cs typeface="Open Sans Medium"/>
              </a:rPr>
              <a:t>26</a:t>
            </a:r>
          </a:p>
          <a:p xmlns:a="http://schemas.openxmlformats.org/drawingml/2006/main">
            <a:pPr marL="0" marR="0" lvl="0" indent="0" algn="ctr" defTabSz="914400">
              <a:lnSpc>
                <a:spcPct val="100000"/>
              </a:lnSpc>
              <a:spcBef>
                <a:spcPct val="0"/>
              </a:spcBef>
              <a:spcAft>
                <a:spcPts val="0"/>
              </a:spcAft>
              <a:buClrTx/>
              <a:buSzTx/>
              <a:buFontTx/>
              <a:buNone/>
            </a:pPr>
            <a:endParaRPr sz="2000" b="0" i="0" u="none" kern="1200" cap="none" spc="0" baseline="0">
              <a:ln>
                <a:noFill/>
              </a:ln>
              <a:solidFill>
                <a:srgbClr val="003B70"/>
              </a:solidFill>
              <a:latin typeface="Open Sans Medium"/>
              <a:ea typeface="Open Sans Medium"/>
              <a:cs typeface="Open Sans Medium"/>
            </a:endParaRPr>
          </a:p>
        </p:txBody>
      </p:sp>
      <p:sp>
        <p:nvSpPr>
          <p:cNvPr id="38" name="Title 1">
            <a:extLst xmlns:a="http://schemas.openxmlformats.org/drawingml/2006/main">
              <a:ext uri="{FF2B5EF4-FFF2-40B4-BE49-F238E27FC236}">
                <a16:creationId xmlns:a16="http://schemas.microsoft.com/office/drawing/2014/main" id="{EB4A5B29-6851-1834-178E-0728C98BCC50}"/>
              </a:ext>
            </a:extLst>
          </p:cNvPr>
          <p:cNvSpPr>
            <a:spLocks xmlns:a="http://schemas.openxmlformats.org/drawingml/2006/main" noGrp="1"/>
          </p:cNvSpPr>
          <p:nvPr/>
        </p:nvSpPr>
        <p:spPr>
          <a:xfrm xmlns:a="http://schemas.openxmlformats.org/drawingml/2006/main">
            <a:off x="6498050" y="4241006"/>
            <a:ext cx="4381500" cy="523875"/>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just" defTabSz="914400">
              <a:lnSpc>
                <a:spcPct val="90000"/>
              </a:lnSpc>
              <a:spcBef>
                <a:spcPct val="0"/>
              </a:spcBef>
              <a:spcAft>
                <a:spcPts val="0"/>
              </a:spcAft>
              <a:buClrTx/>
              <a:buSzTx/>
              <a:buFontTx/>
              <a:buNone/>
            </a:pPr>
            <a:r>
              <a:rPr sz="1500" b="1" i="0" u="none" cap="none" spc="0">
                <a:ln>
                  <a:noFill/>
                </a:ln>
                <a:solidFill>
                  <a:srgbClr val="0058CB"/>
                </a:solidFill>
                <a:latin typeface="Open Sans Medium"/>
                <a:ea typeface="Open Sans Medium"/>
                <a:cs typeface="Open Sans Medium"/>
              </a:rPr>
              <a:t>Operaciones, cobros y calidad:</a:t>
            </a:r>
            <a:endParaRPr sz="1500" b="1" i="0" u="none" kern="1200" cap="none" spc="0" baseline="0">
              <a:ln>
                <a:noFill/>
              </a:ln>
              <a:solidFill>
                <a:srgbClr val="0058CB"/>
              </a:solidFill>
              <a:latin typeface="Open Sans Medium"/>
              <a:ea typeface="Open Sans Medium"/>
              <a:cs typeface="Open Sans Medium"/>
            </a:endParaRPr>
          </a:p>
        </p:txBody>
      </p:sp>
      <p:sp>
        <p:nvSpPr>
          <p:cNvPr id="40" name="Title 1">
            <a:extLst xmlns:a="http://schemas.openxmlformats.org/drawingml/2006/main">
              <a:ext uri="{FF2B5EF4-FFF2-40B4-BE49-F238E27FC236}">
                <a16:creationId xmlns:a16="http://schemas.microsoft.com/office/drawing/2014/main" id="{FAD8621A-A0A5-A1E2-8C2B-BBA23B81604D}"/>
              </a:ext>
            </a:extLst>
          </p:cNvPr>
          <p:cNvSpPr>
            <a:spLocks xmlns:a="http://schemas.openxmlformats.org/drawingml/2006/main" noGrp="1"/>
          </p:cNvSpPr>
          <p:nvPr/>
        </p:nvSpPr>
        <p:spPr>
          <a:xfrm xmlns:a="http://schemas.openxmlformats.org/drawingml/2006/main">
            <a:off x="11049000" y="4288631"/>
            <a:ext cx="685800" cy="509302"/>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ctr" defTabSz="914400">
              <a:lnSpc>
                <a:spcPct val="100000"/>
              </a:lnSpc>
              <a:spcBef>
                <a:spcPct val="0"/>
              </a:spcBef>
              <a:spcAft>
                <a:spcPts val="0"/>
              </a:spcAft>
              <a:buClrTx/>
              <a:buSzTx/>
              <a:buFontTx/>
              <a:buNone/>
            </a:pPr>
            <a:endParaRPr sz="2000" b="0" i="0" u="none" kern="1200" cap="none" spc="0" baseline="0">
              <a:ln>
                <a:noFill/>
              </a:ln>
              <a:solidFill>
                <a:srgbClr val="003B70"/>
              </a:solidFill>
              <a:latin typeface="Open Sans Medium"/>
              <a:ea typeface="Open Sans Medium"/>
              <a:cs typeface="Open Sans Medium"/>
            </a:endParaRPr>
          </a:p>
          <a:p xmlns:a="http://schemas.openxmlformats.org/drawingml/2006/main">
            <a:pPr marL="0" marR="0" lvl="0" indent="0" algn="ctr" defTabSz="914400">
              <a:lnSpc>
                <a:spcPct val="100000"/>
              </a:lnSpc>
              <a:spcBef>
                <a:spcPct val="0"/>
              </a:spcBef>
              <a:spcAft>
                <a:spcPts val="0"/>
              </a:spcAft>
              <a:buClrTx/>
              <a:buSzTx/>
              <a:buFontTx/>
              <a:buNone/>
            </a:pPr>
            <a:r>
              <a:rPr sz="2000" b="0" i="0" u="none" cap="none" spc="0">
                <a:ln>
                  <a:noFill/>
                </a:ln>
                <a:solidFill>
                  <a:srgbClr val="003B70"/>
                </a:solidFill>
                <a:latin typeface="Open Sans Medium"/>
                <a:ea typeface="Open Sans Medium"/>
                <a:cs typeface="Open Sans Medium"/>
              </a:rPr>
              <a:t>63</a:t>
            </a:r>
          </a:p>
          <a:p xmlns:a="http://schemas.openxmlformats.org/drawingml/2006/main">
            <a:pPr marL="0" marR="0" lvl="0" indent="0" algn="ctr" defTabSz="914400">
              <a:lnSpc>
                <a:spcPct val="100000"/>
              </a:lnSpc>
              <a:spcBef>
                <a:spcPct val="0"/>
              </a:spcBef>
              <a:spcAft>
                <a:spcPts val="0"/>
              </a:spcAft>
              <a:buClrTx/>
              <a:buSzTx/>
              <a:buFontTx/>
              <a:buNone/>
            </a:pPr>
            <a:endParaRPr sz="2000" b="0" i="0" u="none" kern="1200" cap="none" spc="0" baseline="0">
              <a:ln>
                <a:noFill/>
              </a:ln>
              <a:solidFill>
                <a:srgbClr val="003B70"/>
              </a:solidFill>
              <a:latin typeface="Open Sans Medium"/>
              <a:ea typeface="Open Sans Medium"/>
              <a:cs typeface="Open Sans Medium"/>
            </a:endParaRPr>
          </a:p>
        </p:txBody>
      </p:sp>
      <p:sp>
        <p:nvSpPr>
          <p:cNvPr id="42" name="Title 1">
            <a:extLst xmlns:a="http://schemas.openxmlformats.org/drawingml/2006/main">
              <a:ext uri="{FF2B5EF4-FFF2-40B4-BE49-F238E27FC236}">
                <a16:creationId xmlns:a16="http://schemas.microsoft.com/office/drawing/2014/main" id="{930B42C9-67C8-A96D-D035-AA705C2BFDDA}"/>
              </a:ext>
            </a:extLst>
          </p:cNvPr>
          <p:cNvSpPr>
            <a:spLocks xmlns:a="http://schemas.openxmlformats.org/drawingml/2006/main" noGrp="1"/>
          </p:cNvSpPr>
          <p:nvPr/>
        </p:nvSpPr>
        <p:spPr>
          <a:xfrm xmlns:a="http://schemas.openxmlformats.org/drawingml/2006/main">
            <a:off x="6498050" y="4725829"/>
            <a:ext cx="4381500" cy="523875"/>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just" defTabSz="914400">
              <a:lnSpc>
                <a:spcPct val="90000"/>
              </a:lnSpc>
              <a:spcBef>
                <a:spcPct val="0"/>
              </a:spcBef>
              <a:spcAft>
                <a:spcPts val="0"/>
              </a:spcAft>
              <a:buClrTx/>
              <a:buSzTx/>
              <a:buFontTx/>
              <a:buNone/>
            </a:pPr>
            <a:r>
              <a:rPr sz="1500" b="1" i="0" u="none" cap="none" spc="0">
                <a:ln>
                  <a:noFill/>
                </a:ln>
                <a:solidFill>
                  <a:srgbClr val="0058CB"/>
                </a:solidFill>
                <a:latin typeface="Open Sans Medium"/>
                <a:ea typeface="Open Sans Medium"/>
                <a:cs typeface="Open Sans Medium"/>
              </a:rPr>
              <a:t>Salud y seguridad ocupacional:</a:t>
            </a:r>
            <a:endParaRPr sz="1500" b="1" i="0" u="none" kern="1200" cap="none" spc="0" baseline="0">
              <a:ln>
                <a:noFill/>
              </a:ln>
              <a:solidFill>
                <a:srgbClr val="0058CB"/>
              </a:solidFill>
              <a:latin typeface="Open Sans Medium"/>
              <a:ea typeface="Open Sans Medium"/>
              <a:cs typeface="Open Sans Medium"/>
            </a:endParaRPr>
          </a:p>
        </p:txBody>
      </p:sp>
      <p:sp>
        <p:nvSpPr>
          <p:cNvPr id="44" name="Title 1">
            <a:extLst xmlns:a="http://schemas.openxmlformats.org/drawingml/2006/main">
              <a:ext uri="{FF2B5EF4-FFF2-40B4-BE49-F238E27FC236}">
                <a16:creationId xmlns:a16="http://schemas.microsoft.com/office/drawing/2014/main" id="{3B4D75B2-23B6-C402-2A13-F24D7B2E8DD6}"/>
              </a:ext>
            </a:extLst>
          </p:cNvPr>
          <p:cNvSpPr>
            <a:spLocks xmlns:a="http://schemas.openxmlformats.org/drawingml/2006/main" noGrp="1"/>
          </p:cNvSpPr>
          <p:nvPr/>
        </p:nvSpPr>
        <p:spPr>
          <a:xfrm xmlns:a="http://schemas.openxmlformats.org/drawingml/2006/main">
            <a:off x="11049000" y="4773454"/>
            <a:ext cx="685800" cy="509302"/>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ctr" defTabSz="914400">
              <a:lnSpc>
                <a:spcPct val="100000"/>
              </a:lnSpc>
              <a:spcBef>
                <a:spcPct val="0"/>
              </a:spcBef>
              <a:spcAft>
                <a:spcPts val="0"/>
              </a:spcAft>
              <a:buClrTx/>
              <a:buSzTx/>
              <a:buFontTx/>
              <a:buNone/>
            </a:pPr>
            <a:endParaRPr sz="2000" b="0" i="0" u="none" kern="1200" cap="none" spc="0" baseline="0">
              <a:ln>
                <a:noFill/>
              </a:ln>
              <a:solidFill>
                <a:srgbClr val="003B70"/>
              </a:solidFill>
              <a:latin typeface="Open Sans Medium"/>
              <a:ea typeface="Open Sans Medium"/>
              <a:cs typeface="Open Sans Medium"/>
            </a:endParaRPr>
          </a:p>
          <a:p xmlns:a="http://schemas.openxmlformats.org/drawingml/2006/main">
            <a:pPr marL="0" marR="0" lvl="0" indent="0" algn="ctr" defTabSz="914400">
              <a:lnSpc>
                <a:spcPct val="100000"/>
              </a:lnSpc>
              <a:spcBef>
                <a:spcPct val="0"/>
              </a:spcBef>
              <a:spcAft>
                <a:spcPts val="0"/>
              </a:spcAft>
              <a:buClrTx/>
              <a:buSzTx/>
              <a:buFontTx/>
              <a:buNone/>
            </a:pPr>
            <a:r>
              <a:rPr sz="2000" b="0" i="0" u="none" cap="none" spc="0">
                <a:ln>
                  <a:noFill/>
                </a:ln>
                <a:solidFill>
                  <a:srgbClr val="003B70"/>
                </a:solidFill>
                <a:latin typeface="Open Sans Medium"/>
                <a:ea typeface="Open Sans Medium"/>
                <a:cs typeface="Open Sans Medium"/>
              </a:rPr>
              <a:t>53</a:t>
            </a:r>
          </a:p>
          <a:p xmlns:a="http://schemas.openxmlformats.org/drawingml/2006/main">
            <a:pPr marL="0" marR="0" lvl="0" indent="0" algn="ctr" defTabSz="914400">
              <a:lnSpc>
                <a:spcPct val="100000"/>
              </a:lnSpc>
              <a:spcBef>
                <a:spcPct val="0"/>
              </a:spcBef>
              <a:spcAft>
                <a:spcPts val="0"/>
              </a:spcAft>
              <a:buClrTx/>
              <a:buSzTx/>
              <a:buFontTx/>
              <a:buNone/>
            </a:pPr>
            <a:endParaRPr sz="2000" b="0" i="0" u="none" kern="1200" cap="none" spc="0" baseline="0">
              <a:ln>
                <a:noFill/>
              </a:ln>
              <a:solidFill>
                <a:srgbClr val="003B70"/>
              </a:solidFill>
              <a:latin typeface="Open Sans Medium"/>
              <a:ea typeface="Open Sans Medium"/>
              <a:cs typeface="Open Sans Medium"/>
            </a:endParaRPr>
          </a:p>
        </p:txBody>
      </p:sp>
      <p:sp>
        <p:nvSpPr>
          <p:cNvPr id="46" name="Title 1">
            <a:extLst xmlns:a="http://schemas.openxmlformats.org/drawingml/2006/main">
              <a:ext uri="{FF2B5EF4-FFF2-40B4-BE49-F238E27FC236}">
                <a16:creationId xmlns:a16="http://schemas.microsoft.com/office/drawing/2014/main" id="{30A6ECDA-507B-AD70-6EA2-47100AFEF435}"/>
              </a:ext>
            </a:extLst>
          </p:cNvPr>
          <p:cNvSpPr>
            <a:spLocks xmlns:a="http://schemas.openxmlformats.org/drawingml/2006/main" noGrp="1"/>
          </p:cNvSpPr>
          <p:nvPr/>
        </p:nvSpPr>
        <p:spPr>
          <a:xfrm xmlns:a="http://schemas.openxmlformats.org/drawingml/2006/main">
            <a:off x="278416" y="5210651"/>
            <a:ext cx="4381500" cy="523875"/>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just" defTabSz="914400">
              <a:lnSpc>
                <a:spcPct val="90000"/>
              </a:lnSpc>
              <a:spcBef>
                <a:spcPct val="0"/>
              </a:spcBef>
              <a:spcAft>
                <a:spcPts val="0"/>
              </a:spcAft>
              <a:buClrTx/>
              <a:buSzTx/>
              <a:buFontTx/>
              <a:buNone/>
            </a:pPr>
            <a:r>
              <a:rPr sz="1500" b="1" i="0" u="none" cap="none" spc="0">
                <a:ln>
                  <a:noFill/>
                </a:ln>
                <a:solidFill>
                  <a:srgbClr val="0058CB"/>
                </a:solidFill>
                <a:latin typeface="Open Sans Medium"/>
                <a:ea typeface="Open Sans Medium"/>
                <a:cs typeface="Open Sans Medium"/>
              </a:rPr>
              <a:t>Logística y archivo:</a:t>
            </a:r>
            <a:endParaRPr sz="1500" b="1" i="0" u="none" kern="1200" cap="none" spc="0" baseline="0">
              <a:ln>
                <a:noFill/>
              </a:ln>
              <a:solidFill>
                <a:srgbClr val="0058CB"/>
              </a:solidFill>
              <a:latin typeface="Open Sans Medium"/>
              <a:ea typeface="Open Sans Medium"/>
              <a:cs typeface="Open Sans Medium"/>
            </a:endParaRPr>
          </a:p>
        </p:txBody>
      </p:sp>
      <p:sp>
        <p:nvSpPr>
          <p:cNvPr id="48" name="Title 1">
            <a:extLst xmlns:a="http://schemas.openxmlformats.org/drawingml/2006/main">
              <a:ext uri="{FF2B5EF4-FFF2-40B4-BE49-F238E27FC236}">
                <a16:creationId xmlns:a16="http://schemas.microsoft.com/office/drawing/2014/main" id="{B66BAC00-FDC7-4505-A04A-493609532C46}"/>
              </a:ext>
            </a:extLst>
          </p:cNvPr>
          <p:cNvSpPr>
            <a:spLocks xmlns:a="http://schemas.openxmlformats.org/drawingml/2006/main" noGrp="1"/>
          </p:cNvSpPr>
          <p:nvPr/>
        </p:nvSpPr>
        <p:spPr>
          <a:xfrm xmlns:a="http://schemas.openxmlformats.org/drawingml/2006/main">
            <a:off x="4762500" y="5258276"/>
            <a:ext cx="685800" cy="509302"/>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ctr" defTabSz="914400">
              <a:lnSpc>
                <a:spcPct val="100000"/>
              </a:lnSpc>
              <a:spcBef>
                <a:spcPct val="0"/>
              </a:spcBef>
              <a:spcAft>
                <a:spcPts val="0"/>
              </a:spcAft>
              <a:buClrTx/>
              <a:buSzTx/>
              <a:buFontTx/>
              <a:buNone/>
            </a:pPr>
            <a:endParaRPr sz="2000" b="0" i="0" u="none" kern="1200" cap="none" spc="0" baseline="0">
              <a:ln>
                <a:noFill/>
              </a:ln>
              <a:solidFill>
                <a:srgbClr val="003B70"/>
              </a:solidFill>
              <a:latin typeface="Open Sans Medium"/>
              <a:ea typeface="Open Sans Medium"/>
              <a:cs typeface="Open Sans Medium"/>
            </a:endParaRPr>
          </a:p>
          <a:p xmlns:a="http://schemas.openxmlformats.org/drawingml/2006/main">
            <a:pPr marL="0" marR="0" lvl="0" indent="0" algn="ctr" defTabSz="914400">
              <a:lnSpc>
                <a:spcPct val="100000"/>
              </a:lnSpc>
              <a:spcBef>
                <a:spcPct val="0"/>
              </a:spcBef>
              <a:spcAft>
                <a:spcPts val="0"/>
              </a:spcAft>
              <a:buClrTx/>
              <a:buSzTx/>
              <a:buFontTx/>
              <a:buNone/>
            </a:pPr>
            <a:r>
              <a:rPr sz="2000" b="0" i="0" u="none" cap="none" spc="0">
                <a:ln>
                  <a:noFill/>
                </a:ln>
                <a:solidFill>
                  <a:srgbClr val="003B70"/>
                </a:solidFill>
                <a:latin typeface="Open Sans Medium"/>
                <a:ea typeface="Open Sans Medium"/>
                <a:cs typeface="Open Sans Medium"/>
              </a:rPr>
              <a:t>74</a:t>
            </a:r>
          </a:p>
          <a:p xmlns:a="http://schemas.openxmlformats.org/drawingml/2006/main">
            <a:pPr marL="0" marR="0" lvl="0" indent="0" algn="ctr" defTabSz="914400">
              <a:lnSpc>
                <a:spcPct val="100000"/>
              </a:lnSpc>
              <a:spcBef>
                <a:spcPct val="0"/>
              </a:spcBef>
              <a:spcAft>
                <a:spcPts val="0"/>
              </a:spcAft>
              <a:buClrTx/>
              <a:buSzTx/>
              <a:buFontTx/>
              <a:buNone/>
            </a:pPr>
            <a:endParaRPr sz="2000" b="0" i="0" u="none" kern="1200" cap="none" spc="0" baseline="0">
              <a:ln>
                <a:noFill/>
              </a:ln>
              <a:solidFill>
                <a:srgbClr val="003B70"/>
              </a:solidFill>
              <a:latin typeface="Open Sans Medium"/>
              <a:ea typeface="Open Sans Medium"/>
              <a:cs typeface="Open Sans Medium"/>
            </a:endParaRPr>
          </a:p>
        </p:txBody>
      </p:sp>
      <p:sp>
        <p:nvSpPr>
          <p:cNvPr id="77" name="CuadroTexto 76">
            <a:extLst xmlns:a="http://schemas.openxmlformats.org/drawingml/2006/main">
              <a:ext uri="{FF2B5EF4-FFF2-40B4-BE49-F238E27FC236}">
                <a16:creationId xmlns:a16="http://schemas.microsoft.com/office/drawing/2014/main" id="{6D84113D-D860-C028-089B-F6D22AAD202B}"/>
              </a:ext>
            </a:extLst>
          </p:cNvPr>
          <p:cNvSpPr>
            <a:spLocks xmlns:a="http://schemas.openxmlformats.org/drawingml/2006/main" noGrp="1"/>
          </p:cNvSpPr>
          <p:nvPr/>
        </p:nvSpPr>
        <p:spPr>
          <a:xfrm xmlns:a="http://schemas.openxmlformats.org/drawingml/2006/main">
            <a:off x="220313" y="5944648"/>
            <a:ext cx="9780937" cy="8925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rPr sz="1300" b="0" i="0" u="none" cap="none" spc="0">
                <a:ln>
                  <a:noFill/>
                </a:ln>
                <a:solidFill>
                  <a:prstClr val="black"/>
                </a:solidFill>
                <a:latin typeface="Aptos"/>
                <a:ea typeface="Aptos"/>
                <a:cs typeface="Aptos"/>
              </a:rPr>
              <a:t>**Costos estimados con los importes disponibles. Se toma el total de cada proyecto una sola vez o el costo unitario de la plaza.</a:t>
            </a:r>
          </a:p>
          <a:p xmlns:a="http://schemas.openxmlformats.org/drawingml/2006/main">
            <a:pPr marL="0" marR="0" lvl="0" indent="0" algn="l" defTabSz="914400">
              <a:lnSpc>
                <a:spcPct val="100000"/>
              </a:lnSpc>
              <a:spcBef>
                <a:spcPts val="0"/>
              </a:spcBef>
              <a:spcAft>
                <a:spcPts val="0"/>
              </a:spcAft>
              <a:buClrTx/>
              <a:buSzTx/>
              <a:buFontTx/>
              <a:buNone/>
            </a:pPr>
            <a:r>
              <a:rPr sz="1300" b="0" i="0" u="none" cap="none" spc="0">
                <a:ln>
                  <a:noFill/>
                </a:ln>
                <a:solidFill>
                  <a:prstClr val="black"/>
                </a:solidFill>
                <a:latin typeface="Aptos"/>
                <a:ea typeface="Aptos"/>
                <a:cs typeface="Aptos"/>
              </a:rPr>
              <a:t>**Los 6 consultores no tienen costos registrados. No se incluyen pasantes ni otras modalidades de contratación.</a:t>
            </a:r>
          </a:p>
          <a:p xmlns:a="http://schemas.openxmlformats.org/drawingml/2006/main">
            <a:pPr marL="0" marR="0" lvl="0" indent="0" algn="l" defTabSz="914400">
              <a:lnSpc>
                <a:spcPct val="100000"/>
              </a:lnSpc>
              <a:spcBef>
                <a:spcPts val="0"/>
              </a:spcBef>
              <a:spcAft>
                <a:spcPts val="0"/>
              </a:spcAft>
              <a:buClrTx/>
              <a:buSzTx/>
              <a:buFontTx/>
              <a:buNone/>
            </a:pPr>
            <a:r>
              <a:rPr sz="1300" b="0" i="0" u="none" cap="none" spc="0">
                <a:ln>
                  <a:noFill/>
                </a:ln>
                <a:solidFill>
                  <a:prstClr val="black"/>
                </a:solidFill>
                <a:latin typeface="Aptos"/>
                <a:ea typeface="Aptos"/>
                <a:cs typeface="Aptos"/>
              </a:rPr>
              <a:t>**Corte: 17 de septiembre de 2026. Solo activos. Se excluyen Tecnología/Sistemas y Seguridad Física.</a:t>
            </a:r>
          </a:p>
        </p:txBody>
      </p:sp>
      <p:sp>
        <p:nvSpPr>
          <p:cNvPr id="79" name="Title 1">
            <a:extLst xmlns:a="http://schemas.openxmlformats.org/drawingml/2006/main">
              <a:ext uri="{FF2B5EF4-FFF2-40B4-BE49-F238E27FC236}">
                <a16:creationId xmlns:a16="http://schemas.microsoft.com/office/drawing/2014/main" id="{B8C9CA37-A3A8-7D0C-36FB-F902F277146E}"/>
              </a:ext>
            </a:extLst>
          </p:cNvPr>
          <p:cNvSpPr>
            <a:spLocks xmlns:a="http://schemas.openxmlformats.org/drawingml/2006/main" noGrp="1"/>
          </p:cNvSpPr>
          <p:nvPr/>
        </p:nvSpPr>
        <p:spPr>
          <a:xfrm xmlns:a="http://schemas.openxmlformats.org/drawingml/2006/main">
            <a:off x="2428875" y="2632329"/>
            <a:ext cx="4762500" cy="6255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just" defTabSz="914400">
              <a:lnSpc>
                <a:spcPct val="90000"/>
              </a:lnSpc>
              <a:spcBef>
                <a:spcPct val="0"/>
              </a:spcBef>
              <a:spcAft>
                <a:spcPts val="0"/>
              </a:spcAft>
              <a:buClrTx/>
              <a:buSzTx/>
              <a:buFontTx/>
              <a:buNone/>
            </a:pPr>
            <a:r>
              <a:rPr sz="2000" b="1" i="0" u="none" cap="none" spc="0">
                <a:ln>
                  <a:noFill/>
                </a:ln>
                <a:solidFill>
                  <a:srgbClr val="0058CB"/>
                </a:solidFill>
                <a:latin typeface="Open Sans Medium"/>
                <a:ea typeface="Open Sans Medium"/>
                <a:cs typeface="Open Sans Medium"/>
              </a:rPr>
              <a:t>Costo Total de la Subcontratación:</a:t>
            </a:r>
            <a:endParaRPr sz="2000" b="1" i="0" u="none" kern="1200" cap="none" spc="0" baseline="0">
              <a:ln>
                <a:noFill/>
              </a:ln>
              <a:solidFill>
                <a:srgbClr val="0058CB"/>
              </a:solidFill>
              <a:latin typeface="Open Sans Medium"/>
              <a:ea typeface="Open Sans Medium"/>
              <a:cs typeface="Open Sans Medium"/>
            </a:endParaRPr>
          </a:p>
        </p:txBody>
      </p:sp>
      <p:sp>
        <p:nvSpPr>
          <p:cNvPr id="81" name="Title 1">
            <a:extLst xmlns:a="http://schemas.openxmlformats.org/drawingml/2006/main">
              <a:ext uri="{FF2B5EF4-FFF2-40B4-BE49-F238E27FC236}">
                <a16:creationId xmlns:a16="http://schemas.microsoft.com/office/drawing/2014/main" id="{CB52BE79-0DEB-246A-5F7D-4AA95C8BA374}"/>
              </a:ext>
            </a:extLst>
          </p:cNvPr>
          <p:cNvSpPr>
            <a:spLocks xmlns:a="http://schemas.openxmlformats.org/drawingml/2006/main" noGrp="1"/>
          </p:cNvSpPr>
          <p:nvPr/>
        </p:nvSpPr>
        <p:spPr>
          <a:xfrm xmlns:a="http://schemas.openxmlformats.org/drawingml/2006/main">
            <a:off x="7239000" y="2684717"/>
            <a:ext cx="2762250" cy="509302"/>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l" defTabSz="914400">
              <a:lnSpc>
                <a:spcPct val="100000"/>
              </a:lnSpc>
              <a:spcBef>
                <a:spcPct val="0"/>
              </a:spcBef>
              <a:spcAft>
                <a:spcPts val="0"/>
              </a:spcAft>
              <a:buClrTx/>
              <a:buSzTx/>
              <a:buFontTx/>
              <a:buNone/>
            </a:pPr>
            <a:endParaRPr sz="2400" b="1" i="0" u="none" kern="1200" cap="none" spc="0" baseline="0">
              <a:ln>
                <a:noFill/>
              </a:ln>
              <a:solidFill>
                <a:srgbClr val="003B70"/>
              </a:solidFill>
              <a:latin typeface="Open Sans Medium"/>
              <a:ea typeface="Open Sans Medium"/>
              <a:cs typeface="Open Sans Medium"/>
            </a:endParaRPr>
          </a:p>
          <a:p xmlns:a="http://schemas.openxmlformats.org/drawingml/2006/main">
            <a:pPr marL="0" marR="0" lvl="0" indent="0" algn="l" defTabSz="914400">
              <a:lnSpc>
                <a:spcPct val="100000"/>
              </a:lnSpc>
              <a:spcBef>
                <a:spcPct val="0"/>
              </a:spcBef>
              <a:spcAft>
                <a:spcPts val="0"/>
              </a:spcAft>
              <a:buClrTx/>
              <a:buSzTx/>
              <a:buFontTx/>
              <a:buNone/>
            </a:pPr>
            <a:r>
              <a:rPr sz="2400" b="1" i="0" u="none" cap="none" spc="0">
                <a:ln>
                  <a:noFill/>
                </a:ln>
                <a:solidFill>
                  <a:srgbClr val="003B70"/>
                </a:solidFill>
                <a:latin typeface="Open Sans Medium"/>
                <a:ea typeface="Open Sans Medium"/>
                <a:cs typeface="Open Sans Medium"/>
              </a:rPr>
              <a:t>$1,475,216.87</a:t>
            </a:r>
          </a:p>
          <a:p xmlns:a="http://schemas.openxmlformats.org/drawingml/2006/main">
            <a:pPr marL="0" marR="0" lvl="0" indent="0" algn="l" defTabSz="914400">
              <a:lnSpc>
                <a:spcPct val="100000"/>
              </a:lnSpc>
              <a:spcBef>
                <a:spcPct val="0"/>
              </a:spcBef>
              <a:spcAft>
                <a:spcPts val="0"/>
              </a:spcAft>
              <a:buClrTx/>
              <a:buSzTx/>
              <a:buFontTx/>
              <a:buNone/>
            </a:pPr>
            <a:endParaRPr sz="2400" b="1" i="0" u="none" kern="1200" cap="none" spc="0" baseline="0">
              <a:ln>
                <a:noFill/>
              </a:ln>
              <a:solidFill>
                <a:srgbClr val="003B70"/>
              </a:solidFill>
              <a:latin typeface="Open Sans Medium"/>
              <a:ea typeface="Open Sans Medium"/>
              <a:cs typeface="Open Sans Medium"/>
            </a:endParaRPr>
          </a:p>
        </p:txBody>
      </p:sp>
      <p:sp>
        <p:nvSpPr>
          <p:cNvPr id="82" name="Title 1">
            <a:extLst xmlns:a="http://schemas.openxmlformats.org/drawingml/2006/main">
              <a:ext uri="{FF2B5EF4-FFF2-40B4-BE49-F238E27FC236}">
                <a16:creationId xmlns:a16="http://schemas.microsoft.com/office/drawing/2014/main" id="{EE31CE43-4268-BA91-5CAF-069B83F4F815}"/>
              </a:ext>
            </a:extLst>
          </p:cNvPr>
          <p:cNvSpPr>
            <a:spLocks xmlns:a="http://schemas.openxmlformats.org/drawingml/2006/main" noGrp="1"/>
          </p:cNvSpPr>
          <p:nvPr/>
        </p:nvSpPr>
        <p:spPr>
          <a:xfrm xmlns:a="http://schemas.openxmlformats.org/drawingml/2006/main">
            <a:off x="219075" y="3305175"/>
            <a:ext cx="11525250" cy="552450"/>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l" defTabSz="914400">
              <a:lnSpc>
                <a:spcPct val="100000"/>
              </a:lnSpc>
              <a:spcBef>
                <a:spcPct val="0"/>
              </a:spcBef>
              <a:spcAft>
                <a:spcPts val="0"/>
              </a:spcAft>
              <a:buClrTx/>
              <a:buSzTx/>
              <a:buFontTx/>
              <a:buNone/>
              <a:defRPr sz="1950"/>
            </a:pPr>
            <a:r>
              <a:rPr sz="1950" b="1" i="0" u="sng" cap="none" spc="0">
                <a:ln>
                  <a:noFill/>
                </a:ln>
                <a:solidFill>
                  <a:srgbClr val="003B70"/>
                </a:solidFill>
                <a:latin typeface="Open Sans Medium"/>
                <a:ea typeface="Open Sans Medium"/>
                <a:cs typeface="Open Sans Medium"/>
              </a:rPr>
              <a:t>Detalle Personal Tercerizado y Consultoría por área</a:t>
            </a:r>
            <a:endParaRPr sz="2000" b="1" i="0" u="sng" kern="1200" cap="none" spc="0" baseline="0">
              <a:ln>
                <a:noFill/>
              </a:ln>
              <a:solidFill>
                <a:srgbClr val="003B70"/>
              </a:solidFill>
              <a:latin typeface="Open Sans Medium"/>
              <a:ea typeface="Open Sans Medium"/>
              <a:cs typeface="Open Sans Medium"/>
            </a:endParaRPr>
          </a:p>
        </p:txBody>
      </p:sp>
      <p:sp>
        <p:nvSpPr>
          <p:cNvPr id="6" name="Title 1">
            <a:extLst xmlns:a="http://schemas.openxmlformats.org/drawingml/2006/main">
              <a:ext uri="{FF2B5EF4-FFF2-40B4-BE49-F238E27FC236}">
                <a16:creationId xmlns:a16="http://schemas.microsoft.com/office/drawing/2014/main" id="{C16DD6B9-0AD0-8AEA-529D-E00104741DC8}"/>
              </a:ext>
            </a:extLst>
          </p:cNvPr>
          <p:cNvSpPr>
            <a:spLocks xmlns:a="http://schemas.openxmlformats.org/drawingml/2006/main" noGrp="1"/>
          </p:cNvSpPr>
          <p:nvPr/>
        </p:nvSpPr>
        <p:spPr>
          <a:xfrm xmlns:a="http://schemas.openxmlformats.org/drawingml/2006/main">
            <a:off x="4505135" y="1963816"/>
            <a:ext cx="783145"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l" defTabSz="914400">
              <a:lnSpc>
                <a:spcPct val="100000"/>
              </a:lnSpc>
              <a:spcBef>
                <a:spcPct val="0"/>
              </a:spcBef>
              <a:spcAft>
                <a:spcPts val="0"/>
              </a:spcAft>
              <a:buClrTx/>
              <a:buSzTx/>
              <a:buFontTx/>
              <a:buNone/>
            </a:pPr>
            <a:endParaRPr sz="2400" b="0" i="0" u="none" kern="1200" cap="none" spc="0" baseline="0">
              <a:ln>
                <a:noFill/>
              </a:ln>
              <a:solidFill>
                <a:srgbClr val="003B70"/>
              </a:solidFill>
              <a:latin typeface="Open Sans Medium"/>
              <a:ea typeface="Open Sans Medium"/>
              <a:cs typeface="Open Sans Medium"/>
            </a:endParaRPr>
          </a:p>
          <a:p xmlns:a="http://schemas.openxmlformats.org/drawingml/2006/main">
            <a:pPr marL="0" marR="0" lvl="0" indent="0" algn="l" defTabSz="914400">
              <a:lnSpc>
                <a:spcPct val="100000"/>
              </a:lnSpc>
              <a:spcBef>
                <a:spcPct val="0"/>
              </a:spcBef>
              <a:spcAft>
                <a:spcPts val="0"/>
              </a:spcAft>
              <a:buClrTx/>
              <a:buSzTx/>
              <a:buFontTx/>
              <a:buNone/>
            </a:pPr>
            <a:r>
              <a:rPr sz="2400" b="0" i="0" u="none" cap="none" spc="0">
                <a:ln>
                  <a:noFill/>
                </a:ln>
                <a:solidFill>
                  <a:srgbClr val="003B70"/>
                </a:solidFill>
                <a:latin typeface="Open Sans Medium"/>
                <a:ea typeface="Open Sans Medium"/>
                <a:cs typeface="Open Sans Medium"/>
              </a:rPr>
              <a:t>6</a:t>
            </a:r>
          </a:p>
          <a:p xmlns:a="http://schemas.openxmlformats.org/drawingml/2006/main">
            <a:pPr marL="285750" marR="0" lvl="0" indent="-285750" algn="l" defTabSz="914400">
              <a:lnSpc>
                <a:spcPct val="100000"/>
              </a:lnSpc>
              <a:spcBef>
                <a:spcPct val="0"/>
              </a:spcBef>
              <a:spcAft>
                <a:spcPts val="0"/>
              </a:spcAft>
              <a:buClrTx/>
              <a:buSzTx/>
              <a:buFont typeface="Arial"/>
              <a:buChar char="•"/>
            </a:pPr>
            <a:endParaRPr sz="2400" b="0" i="0" u="none" kern="1200" cap="none" spc="0" baseline="0">
              <a:ln>
                <a:noFill/>
              </a:ln>
              <a:solidFill>
                <a:srgbClr val="003B70"/>
              </a:solidFill>
              <a:latin typeface="Open Sans Medium"/>
              <a:ea typeface="Open Sans Medium"/>
              <a:cs typeface="Open Sans Medium"/>
            </a:endParaRPr>
          </a:p>
        </p:txBody>
      </p:sp>
      <p:sp>
        <p:nvSpPr>
          <p:cNvPr id="8" name="Title 1">
            <a:extLst xmlns:a="http://schemas.openxmlformats.org/drawingml/2006/main">
              <a:ext uri="{FF2B5EF4-FFF2-40B4-BE49-F238E27FC236}">
                <a16:creationId xmlns:a16="http://schemas.microsoft.com/office/drawing/2014/main" id="{46E363AE-9356-9505-B12A-98AFB1BD438D}"/>
              </a:ext>
            </a:extLst>
          </p:cNvPr>
          <p:cNvSpPr>
            <a:spLocks xmlns:a="http://schemas.openxmlformats.org/drawingml/2006/main" noGrp="1"/>
          </p:cNvSpPr>
          <p:nvPr/>
        </p:nvSpPr>
        <p:spPr>
          <a:xfrm xmlns:a="http://schemas.openxmlformats.org/drawingml/2006/main">
            <a:off x="401956" y="1921069"/>
            <a:ext cx="4231364"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just" defTabSz="914400">
              <a:lnSpc>
                <a:spcPct val="90000"/>
              </a:lnSpc>
              <a:spcBef>
                <a:spcPct val="0"/>
              </a:spcBef>
              <a:spcAft>
                <a:spcPts val="0"/>
              </a:spcAft>
              <a:buClrTx/>
              <a:buSzTx/>
              <a:buFontTx/>
              <a:buNone/>
            </a:pPr>
            <a:r>
              <a:rPr sz="2000" b="1" i="0" u="none" cap="none" spc="0">
                <a:ln>
                  <a:noFill/>
                </a:ln>
                <a:solidFill>
                  <a:srgbClr val="0058CB"/>
                </a:solidFill>
                <a:latin typeface="Open Sans Medium"/>
                <a:ea typeface="Open Sans Medium"/>
                <a:cs typeface="Open Sans Medium"/>
              </a:rPr>
              <a:t>Total Personal Consultoría:</a:t>
            </a:r>
            <a:endParaRPr sz="2000" b="1" i="0" u="none" kern="1200" cap="none" spc="0" baseline="0">
              <a:ln>
                <a:noFill/>
              </a:ln>
              <a:solidFill>
                <a:srgbClr val="0058CB"/>
              </a:solidFill>
              <a:latin typeface="Open Sans Medium"/>
              <a:ea typeface="Open Sans Medium"/>
              <a:cs typeface="Open Sans Medium"/>
            </a:endParaRPr>
          </a:p>
        </p:txBody>
      </p:sp>
      <p:sp>
        <p:nvSpPr>
          <p:cNvPr id="11" name="Title 1">
            <a:extLst xmlns:a="http://schemas.openxmlformats.org/drawingml/2006/main">
              <a:ext uri="{FF2B5EF4-FFF2-40B4-BE49-F238E27FC236}">
                <a16:creationId xmlns:a16="http://schemas.microsoft.com/office/drawing/2014/main" id="{EFE3ECF8-26E4-2452-82DE-4A2E7863C58B}"/>
              </a:ext>
            </a:extLst>
          </p:cNvPr>
          <p:cNvSpPr>
            <a:spLocks xmlns:a="http://schemas.openxmlformats.org/drawingml/2006/main" noGrp="1"/>
          </p:cNvSpPr>
          <p:nvPr/>
        </p:nvSpPr>
        <p:spPr>
          <a:xfrm xmlns:a="http://schemas.openxmlformats.org/drawingml/2006/main">
            <a:off x="9801035" y="2032336"/>
            <a:ext cx="2152840" cy="509307"/>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l" defTabSz="914400">
              <a:lnSpc>
                <a:spcPct val="100000"/>
              </a:lnSpc>
              <a:spcBef>
                <a:spcPct val="0"/>
              </a:spcBef>
              <a:spcAft>
                <a:spcPts val="0"/>
              </a:spcAft>
              <a:buClrTx/>
              <a:buSzTx/>
              <a:buFontTx/>
              <a:buNone/>
            </a:pPr>
            <a:endParaRPr sz="2400" b="0" i="0" u="none" kern="1200" cap="none" spc="0" baseline="0">
              <a:ln>
                <a:noFill/>
              </a:ln>
              <a:solidFill>
                <a:srgbClr val="003B70"/>
              </a:solidFill>
              <a:latin typeface="Open Sans Medium"/>
              <a:ea typeface="Open Sans Medium"/>
              <a:cs typeface="Open Sans Medium"/>
            </a:endParaRPr>
          </a:p>
          <a:p xmlns:a="http://schemas.openxmlformats.org/drawingml/2006/main">
            <a:pPr marL="0" marR="0" lvl="0" indent="0" algn="l" defTabSz="914400">
              <a:lnSpc>
                <a:spcPct val="100000"/>
              </a:lnSpc>
              <a:spcBef>
                <a:spcPct val="0"/>
              </a:spcBef>
              <a:spcAft>
                <a:spcPts val="0"/>
              </a:spcAft>
              <a:buClrTx/>
              <a:buSzTx/>
              <a:buFontTx/>
              <a:buNone/>
            </a:pPr>
            <a:r>
              <a:rPr sz="2400" b="0" i="0" u="none" cap="none" spc="0">
                <a:ln>
                  <a:noFill/>
                </a:ln>
                <a:solidFill>
                  <a:srgbClr val="003B70"/>
                </a:solidFill>
                <a:latin typeface="Open Sans Medium"/>
                <a:ea typeface="Open Sans Medium"/>
                <a:cs typeface="Open Sans Medium"/>
              </a:rPr>
              <a:t>$0.00</a:t>
            </a:r>
          </a:p>
          <a:p xmlns:a="http://schemas.openxmlformats.org/drawingml/2006/main">
            <a:pPr marL="0" marR="0" lvl="0" indent="0" algn="l" defTabSz="914400">
              <a:lnSpc>
                <a:spcPct val="100000"/>
              </a:lnSpc>
              <a:spcBef>
                <a:spcPct val="0"/>
              </a:spcBef>
              <a:spcAft>
                <a:spcPts val="0"/>
              </a:spcAft>
              <a:buClrTx/>
              <a:buSzTx/>
              <a:buFontTx/>
              <a:buNone/>
            </a:pPr>
            <a:endParaRPr sz="2400" b="0" i="0" u="none" kern="1200" cap="none" spc="0" baseline="0">
              <a:ln>
                <a:noFill/>
              </a:ln>
              <a:solidFill>
                <a:srgbClr val="003B70"/>
              </a:solidFill>
              <a:latin typeface="Open Sans Medium"/>
              <a:ea typeface="Open Sans Medium"/>
              <a:cs typeface="Open Sans Medium"/>
            </a:endParaRPr>
          </a:p>
        </p:txBody>
      </p:sp>
      <p:sp>
        <p:nvSpPr>
          <p:cNvPr id="14" name="Title 1">
            <a:extLst xmlns:a="http://schemas.openxmlformats.org/drawingml/2006/main">
              <a:ext uri="{FF2B5EF4-FFF2-40B4-BE49-F238E27FC236}">
                <a16:creationId xmlns:a16="http://schemas.microsoft.com/office/drawing/2014/main" id="{B24A180B-5F1B-F203-21A1-F9C290E10305}"/>
              </a:ext>
            </a:extLst>
          </p:cNvPr>
          <p:cNvSpPr>
            <a:spLocks xmlns:a="http://schemas.openxmlformats.org/drawingml/2006/main" noGrp="1"/>
          </p:cNvSpPr>
          <p:nvPr/>
        </p:nvSpPr>
        <p:spPr>
          <a:xfrm xmlns:a="http://schemas.openxmlformats.org/drawingml/2006/main">
            <a:off x="5664162" y="1978159"/>
            <a:ext cx="4231364" cy="625468"/>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pPr marL="0" marR="0" lvl="0" indent="0" algn="just" defTabSz="914400">
              <a:lnSpc>
                <a:spcPct val="90000"/>
              </a:lnSpc>
              <a:spcBef>
                <a:spcPct val="0"/>
              </a:spcBef>
              <a:spcAft>
                <a:spcPts val="0"/>
              </a:spcAft>
              <a:buClrTx/>
              <a:buSzTx/>
              <a:buFontTx/>
              <a:buNone/>
            </a:pPr>
            <a:r>
              <a:rPr sz="2000" b="1" i="0" u="none" cap="none" spc="0">
                <a:ln>
                  <a:noFill/>
                </a:ln>
                <a:solidFill>
                  <a:srgbClr val="0058CB"/>
                </a:solidFill>
                <a:latin typeface="Open Sans Medium"/>
                <a:ea typeface="Open Sans Medium"/>
                <a:cs typeface="Open Sans Medium"/>
              </a:rPr>
              <a:t>Costo Total Consultoría:</a:t>
            </a:r>
            <a:endParaRPr sz="2000" b="1" i="0" u="none" kern="1200" cap="none" spc="0" baseline="0">
              <a:ln>
                <a:noFill/>
              </a:ln>
              <a:solidFill>
                <a:srgbClr val="0058CB"/>
              </a:solidFill>
              <a:latin typeface="Open Sans Medium"/>
              <a:ea typeface="Open Sans Medium"/>
              <a:cs typeface="Open Sans Medium"/>
            </a:endParaRPr>
          </a:p>
        </p:txBody>
      </p:sp>
    </p:spTree>
    <p:extLst>
      <p:ext uri="{BB962C8B-B14F-4D97-AF65-F5344CB8AC3E}">
        <p14:creationId xmlns:p14="http://schemas.microsoft.com/office/powerpoint/2010/main" val="2125655307"/>
      </p:ext>
    </p:extLst>
  </p:cSld>
</p:sld>
</file>

<file path=ppt/slides/slide4.xml><?xml version="1.0" encoding="utf-8"?>
<p:sld xmlns:p="http://schemas.openxmlformats.org/presentationml/2006/main">
  <p:cSld>
    <p:bg>
      <p:bgPr>
        <a:solidFill xmlns:a="http://schemas.openxmlformats.org/drawingml/2006/main">
          <a:srgbClr val="0058CB"/>
        </a:solidFill>
      </p:bgPr>
    </p:bg>
    <p:spTree>
      <p:nvGrpSpPr>
        <p:cNvPr id="1" name=""/>
        <p:cNvGrpSpPr/>
        <p:nvPr/>
      </p:nvGrpSpPr>
      <p:grpSpPr>
        <a:xfrm xmlns:a="http://schemas.openxmlformats.org/drawingml/2006/main"/>
      </p:grpSpPr>
      <p:pic>
        <p:nvPicPr>
          <p:cNvPr id="2" name="Picture 14"/>
          <p:cNvPicPr>
            <a:picLocks xmlns:a="http://schemas.openxmlformats.org/drawingml/2006/main" noChangeAspect="1"/>
          </p:cNvPicPr>
          <p:nvPr/>
        </p:nvPicPr>
        <p:blipFill>
          <a:blip xmlns:r="http://schemas.openxmlformats.org/officeDocument/2006/relationships" xmlns:a="http://schemas.openxmlformats.org/drawingml/2006/main" r:embed="R55b8d411028143ef"/>
          <a:stretch xmlns:a="http://schemas.openxmlformats.org/drawingml/2006/main">
            <a:fillRect l="0" t="0" r="0" b="0"/>
          </a:stretch>
        </p:blipFill>
        <p:spPr>
          <a:xfrm xmlns:a="http://schemas.openxmlformats.org/drawingml/2006/main">
            <a:off x="3468185" y="2839202"/>
            <a:ext cx="5224590" cy="1170090"/>
          </a:xfrm>
          <a:prstGeom xmlns:a="http://schemas.openxmlformats.org/drawingml/2006/main" prst="rect">
            <a:avLst/>
          </a:prstGeom>
        </p:spPr>
      </p:pic>
    </p:spTree>
    <p:extLst>
      <p:ext uri="{BB962C8B-B14F-4D97-AF65-F5344CB8AC3E}">
        <p14:creationId xmlns:p14="http://schemas.microsoft.com/office/powerpoint/2010/main" val="2544944385"/>
      </p:ext>
    </p:extLst>
  </p:cSld>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2026-09-17T21:33:46.0310000Z</dcterms:created>
  <dcterms:modified xsi:type="dcterms:W3CDTF">2026-09-17T21:33:46.0310000Z</dcterms:modified>
</coreProperties>
</file>